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NG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8065D1-8F72-45CA-A84C-C5ED6A1A7F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NG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NG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E88A93-CE98-406C-8389-7D2403AB10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NG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NG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E17488-8F1D-4863-9781-DC093C585A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NG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NG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NG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NG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NG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NG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NG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NG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NG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NG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NG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NG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NG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NG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NG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NG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NG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NG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178834A-3C90-4281-8105-49363285B446}" type="slidenum">
              <a:rPr b="0" lang="en-NG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NG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Requirements engineering processes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/>
          </p:nvPr>
        </p:nvSpPr>
        <p:spPr>
          <a:xfrm>
            <a:off x="504000" y="360000"/>
            <a:ext cx="9071640" cy="42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65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Requirements engineering processes may include four iterative high-level activities.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feasibility study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: Is the system useful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elicitation and analysis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: discovering requirements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Specification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:converting  requirements to standard form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Validation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:checking if requirements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actually define the system 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that the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customer wants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NG" sz="3600" spc="-1" strike="noStrike">
                <a:solidFill>
                  <a:srgbClr val="000000"/>
                </a:solidFill>
                <a:latin typeface="Arial"/>
              </a:rPr>
              <a:t>Requirements elicitation and analysis</a:t>
            </a:r>
            <a:endParaRPr b="0" lang="en-NG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99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Requirements elicitation and analysis is the f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irst step in requirements engineering.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Requirements elicitation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: involves software engineers working with customers and system end-users to find out the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functionalities and non-functional requirements of the system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Requirement analysis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:  determines the needs or conditions to be meet and, taking account of the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possibly conflicting requirements of the various stakeholders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. 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requirement elicitation and analysis process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53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49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requirement discovery, 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requirement classification and organization, 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requirement prioritization and negotiation 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requirement specification. 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" descr=""/>
          <p:cNvPicPr/>
          <p:nvPr/>
        </p:nvPicPr>
        <p:blipFill>
          <a:blip r:embed="rId1"/>
          <a:stretch/>
        </p:blipFill>
        <p:spPr>
          <a:xfrm>
            <a:off x="5400000" y="1440000"/>
            <a:ext cx="4140000" cy="3435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Some techniques used for gathering requirements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745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Brainstorming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Document Analysis/ Gap Analysis: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 requirements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left out accidently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Focus Group: 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gathering of small but diverse group of stakeholders to elicit opinions on the requirements.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Interface Analysis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: ensuring that the components interact with one another effectively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Interview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: sit down with the clients and ask them what they need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Ethnography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: analyst immerses himself or herself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into the day-to-day working environment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Use case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JAD Session 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(Joint Application Development)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Survey/ Questionnaire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Techniques for analyzing requirements include: 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99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Each requirement can be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prioritized and assigned to a team membe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r to be worked on.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Financial properties can be attributed. 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Hierarchical structures can be created(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requirements trees). 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Collaborate on requirements with your team by h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olding discussions, entering details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 and attaching files for each requirement.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Turn requirements into tasks or issues. 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NG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74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HP ALM- Hewlett Packard Application Life Cycle management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Jira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Rally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MSTFS-Team Foundation Server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MS Office (MS Word, MS Excel, MS Power point, MS Visio)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Trello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Onedesk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spcBef>
                <a:spcPts val="1417"/>
              </a:spcBef>
              <a:buNone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Requirements validation (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Different types of checks)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7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3119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Requirements validation is important because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 errors in a requirements document can lead to extensive rework costs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 when these problems are discovered during development or after the system is in service.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Different types of checks: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Validity checks A user may think that a system is needed to perform certain functions. However, further thought and analysis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 may identify additional or different functions that are required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Consistency checks Requirements in the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document should not conflict.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Completeness checks The requirements document should include requirements that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define all functions and the constraints intended by the system user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Realism checks Using knowledge of existing technology, the requirements should be checked to ensure that t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hey can actually be implemented.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Verifiability To reduce the potential for dispute between customer and contractor, system requirements should always be written so that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they are verifiable(Testable).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There are a number of requirements validation techniques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74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Requirements reviews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 The requirements are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analyzed systematically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 by a team of reviewers who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check for errors and inconsistencies.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Prototyping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  an executable model of the system in question is demonstrated to end-users and customers. 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Test-case 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generation Requirements should be testable. If a test is difficult or impossible to design, this usually means that the requirements will be difficult to implement and should be reconsidered. 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The software requirements document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74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The software requirements document (sometimes called the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software requirements specification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 or SRS) is an official documentation of what the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system developers should implement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. 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2600" spc="-1" strike="noStrike">
                <a:solidFill>
                  <a:srgbClr val="000000"/>
                </a:solidFill>
                <a:latin typeface="Arial"/>
              </a:rPr>
              <a:t>SRS= user requirements + system requirements</a:t>
            </a:r>
            <a:endParaRPr b="0" lang="en-NG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2600" spc="-1" strike="noStrike">
                <a:solidFill>
                  <a:srgbClr val="000000"/>
                </a:solidFill>
                <a:latin typeface="Arial"/>
              </a:rPr>
              <a:t>Ideally, the user and system requirements should be </a:t>
            </a:r>
            <a:r>
              <a:rPr b="1" lang="en-NG" sz="2600" spc="-1" strike="noStrike">
                <a:solidFill>
                  <a:srgbClr val="000000"/>
                </a:solidFill>
                <a:latin typeface="Arial"/>
              </a:rPr>
              <a:t>clear</a:t>
            </a:r>
            <a:r>
              <a:rPr b="0" lang="en-NG" sz="26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1" lang="en-NG" sz="2600" spc="-1" strike="noStrike">
                <a:solidFill>
                  <a:srgbClr val="000000"/>
                </a:solidFill>
                <a:latin typeface="Arial"/>
              </a:rPr>
              <a:t>unambiguous</a:t>
            </a:r>
            <a:r>
              <a:rPr b="0" lang="en-NG" sz="26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1" lang="en-NG" sz="2600" spc="-1" strike="noStrike">
                <a:solidFill>
                  <a:srgbClr val="000000"/>
                </a:solidFill>
                <a:latin typeface="Arial"/>
              </a:rPr>
              <a:t>easy to understand</a:t>
            </a:r>
            <a:r>
              <a:rPr b="0" lang="en-NG" sz="26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1" lang="en-NG" sz="2600" spc="-1" strike="noStrike">
                <a:solidFill>
                  <a:srgbClr val="000000"/>
                </a:solidFill>
                <a:latin typeface="Arial"/>
              </a:rPr>
              <a:t>complete</a:t>
            </a:r>
            <a:r>
              <a:rPr b="0" lang="en-NG" sz="2600" spc="-1" strike="noStrike">
                <a:solidFill>
                  <a:srgbClr val="000000"/>
                </a:solidFill>
                <a:latin typeface="Arial"/>
              </a:rPr>
              <a:t>, and </a:t>
            </a:r>
            <a:r>
              <a:rPr b="1" lang="en-NG" sz="2600" spc="-1" strike="noStrike">
                <a:solidFill>
                  <a:srgbClr val="000000"/>
                </a:solidFill>
                <a:latin typeface="Arial"/>
              </a:rPr>
              <a:t>consistent</a:t>
            </a:r>
            <a:r>
              <a:rPr b="0" lang="en-NG" sz="26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NG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NG" sz="4400" spc="-1" strike="noStrike">
                <a:solidFill>
                  <a:srgbClr val="000000"/>
                </a:solidFill>
                <a:latin typeface="Arial"/>
              </a:rPr>
              <a:t>ser requirements</a:t>
            </a:r>
            <a:endParaRPr b="0" lang="en-NG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65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The user requirements for a system should describe the functional and non-functional requirements so that they are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understandable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 by system users who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don’t have detailed technical knowledge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Requirement specification can be done using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natural language and/or structure approach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The important properties of a good SRS document are the following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9995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Concise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. at the same time unambiguous, consistent, and complete.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Structured. It should be well-structured. A well-structured document is easy to understand and modify. 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Black-box view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. 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The SRS document should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view the system to be developed as black bo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x.  This means that the SRS document should specify the external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behavior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 of the system and not discuss the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implementation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issues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Conceptual integrity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. It should show conceptual integrity so that the r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eader can easily understand it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Response to undesired events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. It should characterize acceptable responses to undesired events. These are called system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response to exceptional conditions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Verifiable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. This means that it should be possible to determine whether or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not requirements have been met in an implementation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FORMAL SYSTEM SPECIFICATION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61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A formal technique is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a mathematical method to specify a hardware and/or software system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, verify whether a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specification is realizable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, verify that an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implementation satisfies its specification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prove properties of a system without necessarily running the system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, etc. The mathematical basis of a formal method is provided by the specification language.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NG" sz="4400" spc="-1" strike="noStrike">
                <a:solidFill>
                  <a:srgbClr val="000000"/>
                </a:solidFill>
                <a:latin typeface="Arial"/>
              </a:rPr>
              <a:t>Formal Specification Language</a:t>
            </a:r>
            <a:endParaRPr b="0" lang="en-NG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804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Formal specification involves the use of formal methods based mathematical approaches to specify software requirements.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They are used to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 describe a system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analyze its behavior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aid its design by verifying key properties 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of interest through r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igorous and effective reasoning tools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. 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These specifications are formal in the sense that they have a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syntax, their semantics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 fall within one domain, and they can be used to infer useful information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NG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A formal specification language consists of two sets  </a:t>
            </a:r>
            <a:r>
              <a:rPr b="1" i="1" lang="en-NG" sz="3200" spc="-1" strike="noStrike">
                <a:solidFill>
                  <a:srgbClr val="000000"/>
                </a:solidFill>
                <a:latin typeface="Arial"/>
              </a:rPr>
              <a:t>syn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 and </a:t>
            </a:r>
            <a:r>
              <a:rPr b="1" i="1" lang="en-NG" sz="3200" spc="-1" strike="noStrike">
                <a:solidFill>
                  <a:srgbClr val="000000"/>
                </a:solidFill>
                <a:latin typeface="Arial"/>
              </a:rPr>
              <a:t>sem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 , and a relation  between them. The set  is called the syntactic domain, the set  is called the semantic domain, and the relation </a:t>
            </a:r>
            <a:r>
              <a:rPr b="1" lang="en-NG" sz="3200" spc="-1" strike="noStrike">
                <a:solidFill>
                  <a:srgbClr val="000000"/>
                </a:solidFill>
                <a:latin typeface="Arial"/>
              </a:rPr>
              <a:t>sta</a:t>
            </a: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 is called them.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en-NG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NG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LibreOffice/24.2.6.2$Linux_X86_64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2024-11-12T05:59:56Z</dcterms:created>
  <dc:creator/>
  <dc:description/>
  <dc:language>en-NG</dc:language>
  <cp:lastModifiedBy/>
  <dcterms:modified xsi:type="dcterms:W3CDTF">2024-11-12T12:07:20Z</dcterms:modified>
  <cp:revision>1</cp:revision>
  <dc:subject/>
  <dc:title/>
</cp:coreProperties>
</file>