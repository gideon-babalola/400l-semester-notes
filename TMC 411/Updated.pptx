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95" r:id="rId2"/>
    <p:sldId id="345" r:id="rId3"/>
    <p:sldId id="388" r:id="rId4"/>
    <p:sldId id="448" r:id="rId5"/>
    <p:sldId id="449" r:id="rId6"/>
    <p:sldId id="444" r:id="rId7"/>
    <p:sldId id="450" r:id="rId8"/>
    <p:sldId id="452" r:id="rId9"/>
    <p:sldId id="453" r:id="rId10"/>
    <p:sldId id="455" r:id="rId11"/>
    <p:sldId id="456" r:id="rId12"/>
    <p:sldId id="457" r:id="rId13"/>
    <p:sldId id="439" r:id="rId14"/>
    <p:sldId id="458" r:id="rId15"/>
    <p:sldId id="287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41EACD-3423-477D-9A64-E1D7FD7B80C7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68D460-16E8-4C68-BA58-6B599F042B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1275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717550" y="1162050"/>
            <a:ext cx="5575300" cy="31369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3277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37155" indent="-283521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34085" indent="-226817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587718" indent="-226817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41352" indent="-226817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494986" indent="-22681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48620" indent="-22681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02254" indent="-22681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55888" indent="-22681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824A7CDC-D868-4762-B965-86D8B0E7372F}" type="slidenum">
              <a:rPr lang="en-US" altLang="en-US"/>
              <a:pPr/>
              <a:t>1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AC8E3-3F6B-4043-A17A-835F793D1E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CF575F-0201-4A91-859F-F187878A5E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F39EE4-1B4C-4592-B1D5-9B10BAB2C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4E3D5-AC37-46F1-BBE7-AA994ABC89DC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7A50F7-5AFC-435D-AD5B-23E97B5BB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15BBA3-5953-494F-BFA9-0AB591F1F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49C96-B60A-4871-9D36-91BE6736F3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3607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07AFE-2C92-420D-90B7-691EB21CE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FB1B0E-D555-4B92-B7AD-DC2E8A222D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A8A13F-63B4-42E6-8F6D-2037FD260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4E3D5-AC37-46F1-BBE7-AA994ABC89DC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33E139-7F74-4ACA-BF59-8DA9C5474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E0A0B6-DF4C-438D-B5E4-C656ED26D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49C96-B60A-4871-9D36-91BE6736F3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6623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9F380-49F0-4BB2-8019-5C3D9F596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7C8D45-ECA1-42EA-B5C4-96026DF31E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EA4545-29A5-4539-AFBA-D65DBDF4A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4E3D5-AC37-46F1-BBE7-AA994ABC89DC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FDE8C1-95F0-4996-A8C8-1510D2333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6C8308-664D-464A-AF6D-39B4E852A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49C96-B60A-4871-9D36-91BE6736F3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9319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73B01-7120-459D-9998-C526CD07C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C898FA-6977-441B-8684-EA38E63C1B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34C7C9-7ACA-4882-938F-51EC774BF2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0903A4-0D23-4112-A6C0-A68840201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4E3D5-AC37-46F1-BBE7-AA994ABC89DC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1FED91-49BA-4D4E-8FA3-59B2D1627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4E0ADF-BC7C-4F8C-9A38-CC3BC5780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49C96-B60A-4871-9D36-91BE6736F3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2870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6D4EC-3E25-4D75-A8E0-27C8AC7AE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4DB161-332E-4B68-ACFF-6F3C6D6795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29321F-4E33-436C-900B-43372BF6F0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DF4557-B1EA-4137-881F-AE9AFE0D53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240960-07BA-4322-BF47-E1768A9CA5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5334E1-FEEA-4EBF-B6AF-A8BFC6EC4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4E3D5-AC37-46F1-BBE7-AA994ABC89DC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86C5A6-28AD-467D-9E5B-CCF38CDD2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35108D-7D1C-4022-BE78-2925A3195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49C96-B60A-4871-9D36-91BE6736F3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698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DA718-F8C4-4480-887E-B172B56B1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D08D5D-4A4B-4020-AD70-1F840E2AE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4E3D5-AC37-46F1-BBE7-AA994ABC89DC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C4C340-CBCA-4639-8E14-4FF937CD2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60A390-81DA-451C-BA1A-3CD447488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49C96-B60A-4871-9D36-91BE6736F3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293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25D974-46A9-4D61-B54C-1A472FA9E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4E3D5-AC37-46F1-BBE7-AA994ABC89DC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9B6EC1-5762-4989-B658-4C025020F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C46AFB-FAD1-47F1-98B1-14C4EC692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49C96-B60A-4871-9D36-91BE6736F3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4222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4FD76-E3F4-4881-9DD9-BD060E5AE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11870A-1FE8-4BD5-A83A-1BFCDB66A9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C672A4-3A14-4911-8525-8B4D8C7783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1064C9-75E8-4DBA-BA7F-6188D31B1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4E3D5-AC37-46F1-BBE7-AA994ABC89DC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DFFC2C-F858-4D4D-801B-A73BD1E8E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FBB6A9-7B36-4746-B2AA-C6915A945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49C96-B60A-4871-9D36-91BE6736F3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7040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6A1D5-08ED-4285-9807-8530364E3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109923-62E6-4DB3-9D7A-7EF7644F45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852BF2-47ED-4BE6-B7D8-202DE0D784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C8A7A2-BA52-4D63-AA41-15C691413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4E3D5-AC37-46F1-BBE7-AA994ABC89DC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3DAD51-0DAC-43D1-80CD-F0A5AB7FD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04283F-34D9-4EE3-9B63-947DBBA91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49C96-B60A-4871-9D36-91BE6736F3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703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B81BB-F392-414D-90DD-956B7A2F2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CE6153-6E9F-451B-8FAB-4E5E64FBEC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EB230F-B0E3-4381-B4A0-D630FB8B4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4E3D5-AC37-46F1-BBE7-AA994ABC89DC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8266F2-02EC-476D-907C-71FF61D29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A910F8-B43B-46CB-97BC-DE2B2E9FF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49C96-B60A-4871-9D36-91BE6736F3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618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F059821-7C7A-47BA-8AD9-AAB654EDBC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1BE720-B51D-4283-AB3A-61919EC364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AC783A-880D-4380-8DC6-0013DE1AD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4E3D5-AC37-46F1-BBE7-AA994ABC89DC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A1F8EF-F65E-4CFA-A27F-D4C472127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6D9507-B15F-431A-BCB5-141FCB8F6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49C96-B60A-4871-9D36-91BE6736F3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1018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DCCFAC6-94EB-4DF0-928C-7BE190422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0D37FF-4CB1-4E2B-995B-9605537B90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022E9C-BFD1-4007-A9EC-0BA7E305F7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14E3D5-AC37-46F1-BBE7-AA994ABC89DC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B5688D-B7CC-4C2C-A6FA-BE088D9F5F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C23569-E6F8-4434-A52F-D5689CB9C7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349C96-B60A-4871-9D36-91BE6736F3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789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7915835" y="844027"/>
            <a:ext cx="3724781" cy="1379220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br>
              <a:rPr lang="en-US" b="1" dirty="0">
                <a:solidFill>
                  <a:srgbClr val="FF0000"/>
                </a:solidFill>
              </a:rPr>
            </a:br>
            <a:br>
              <a:rPr lang="en-US" sz="2400" dirty="0">
                <a:solidFill>
                  <a:srgbClr val="FF0000"/>
                </a:solidFill>
              </a:rPr>
            </a:br>
            <a:br>
              <a:rPr lang="en-US" sz="2400" b="1" dirty="0">
                <a:solidFill>
                  <a:srgbClr val="FF0000"/>
                </a:solidFill>
              </a:rPr>
            </a:b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COURSE CODE:  TMC  411</a:t>
            </a:r>
            <a:br>
              <a:rPr lang="en-US" sz="3600" dirty="0"/>
            </a:br>
            <a:endParaRPr lang="en-US" sz="3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94935" y="4514475"/>
            <a:ext cx="5645772" cy="1492831"/>
          </a:xfrm>
        </p:spPr>
        <p:txBody>
          <a:bodyPr>
            <a:normAutofit fontScale="85000" lnSpcReduction="10000"/>
          </a:bodyPr>
          <a:lstStyle/>
          <a:p>
            <a:pPr algn="r"/>
            <a:r>
              <a:rPr lang="en-US" altLang="en-US" sz="3800" b="1" i="1" dirty="0">
                <a:solidFill>
                  <a:srgbClr val="00B050"/>
                </a:solidFill>
                <a:latin typeface="Bookman Old Style" panose="02050604050505020204" pitchFamily="18" charset="0"/>
              </a:rPr>
              <a:t>Pastor. Obed </a:t>
            </a:r>
            <a:r>
              <a:rPr lang="en-US" altLang="en-US" sz="3800" b="1" i="1" dirty="0" err="1">
                <a:solidFill>
                  <a:srgbClr val="00B050"/>
                </a:solidFill>
                <a:latin typeface="Bookman Old Style" panose="02050604050505020204" pitchFamily="18" charset="0"/>
              </a:rPr>
              <a:t>Onos</a:t>
            </a:r>
            <a:endParaRPr lang="en-US" altLang="en-US" sz="3800" b="1" i="1" dirty="0">
              <a:solidFill>
                <a:srgbClr val="00B050"/>
              </a:solidFill>
              <a:latin typeface="Bookman Old Style" panose="02050604050505020204" pitchFamily="18" charset="0"/>
            </a:endParaRPr>
          </a:p>
          <a:p>
            <a:pPr algn="r"/>
            <a:r>
              <a:rPr lang="en-US" altLang="en-US" sz="38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Sec. BOR and Chaplain, </a:t>
            </a:r>
            <a:r>
              <a:rPr lang="en-US" altLang="en-US" sz="3800" b="1" dirty="0">
                <a:solidFill>
                  <a:srgbClr val="00B0F0"/>
                </a:solidFill>
                <a:latin typeface="Bookman Old Style" panose="02050604050505020204" pitchFamily="18" charset="0"/>
              </a:rPr>
              <a:t>Landmark University</a:t>
            </a:r>
          </a:p>
          <a:p>
            <a:pPr algn="r"/>
            <a:endParaRPr lang="en-US" altLang="en-US" sz="2000" b="1" dirty="0">
              <a:solidFill>
                <a:srgbClr val="00B0F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12" name="Rounded Rectangular Callout 11"/>
          <p:cNvSpPr/>
          <p:nvPr/>
        </p:nvSpPr>
        <p:spPr>
          <a:xfrm>
            <a:off x="1794934" y="1843064"/>
            <a:ext cx="7315200" cy="1672374"/>
          </a:xfrm>
          <a:prstGeom prst="wedgeRoundRect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  <a:p>
            <a:pPr algn="ctr"/>
            <a:r>
              <a:rPr lang="en-US" sz="3800" b="1" i="1" dirty="0">
                <a:latin typeface="Bookman Old Style" panose="02050604050505020204" pitchFamily="18" charset="0"/>
                <a:ea typeface="ＭＳ Ｐゴシック" pitchFamily="34" charset="-128"/>
                <a:cs typeface="Times New Roman" pitchFamily="18" charset="0"/>
              </a:rPr>
              <a:t>GOD-CONFIDENCE AND SELF CONFIDENCE</a:t>
            </a:r>
            <a:endParaRPr lang="en-US" sz="3800" i="1" dirty="0">
              <a:solidFill>
                <a:srgbClr val="CC33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  <a:p>
            <a:pPr algn="ctr"/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2379133" y="3789040"/>
            <a:ext cx="488526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>
                <a:effectLst>
                  <a:outerShdw blurRad="69850" dist="43180" dir="5400000" sx="0" sy="0">
                    <a:srgbClr val="000000">
                      <a:alpha val="65000"/>
                    </a:srgbClr>
                  </a:outerShdw>
                </a:effectLst>
                <a:latin typeface="Bookman Old Style" panose="02050604050505020204" pitchFamily="18" charset="0"/>
              </a:rPr>
              <a:t>PRESENTED BY:</a:t>
            </a:r>
          </a:p>
        </p:txBody>
      </p:sp>
      <p:pic>
        <p:nvPicPr>
          <p:cNvPr id="15" name="Picture 14" descr="Description: C:\Users\USER\Downloads\NEW LMU LOGO.png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1960" y="183814"/>
            <a:ext cx="1143907" cy="1091645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Rectangle 13"/>
          <p:cNvSpPr/>
          <p:nvPr/>
        </p:nvSpPr>
        <p:spPr>
          <a:xfrm rot="10800000" flipV="1">
            <a:off x="2823880" y="1120010"/>
            <a:ext cx="453614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B050"/>
                </a:solidFill>
                <a:latin typeface="Bookman Old Style" panose="02050604050505020204" pitchFamily="18" charset="0"/>
                <a:ea typeface="ＭＳ Ｐゴシック" pitchFamily="34" charset="-128"/>
                <a:cs typeface="Times New Roman" pitchFamily="18" charset="0"/>
              </a:rPr>
              <a:t>Landmark University</a:t>
            </a:r>
            <a:endParaRPr lang="en-US" sz="2800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C18B6B4-7ED9-4A42-B454-9AAB7638AF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0707" y="3515438"/>
            <a:ext cx="4122216" cy="30628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Content Placeholder 2"/>
          <p:cNvSpPr>
            <a:spLocks noGrp="1"/>
          </p:cNvSpPr>
          <p:nvPr>
            <p:ph idx="1"/>
          </p:nvPr>
        </p:nvSpPr>
        <p:spPr>
          <a:xfrm>
            <a:off x="695400" y="332656"/>
            <a:ext cx="11017224" cy="5976664"/>
          </a:xfrm>
        </p:spPr>
        <p:txBody>
          <a:bodyPr>
            <a:normAutofit fontScale="92500"/>
          </a:bodyPr>
          <a:lstStyle/>
          <a:p>
            <a:pPr marL="108000" indent="0" eaLnBrk="1" hangingPunct="1">
              <a:spcBef>
                <a:spcPts val="0"/>
              </a:spcBef>
              <a:buNone/>
            </a:pPr>
            <a:r>
              <a:rPr lang="en-US" altLang="en-US" sz="3600" b="1" dirty="0">
                <a:solidFill>
                  <a:schemeClr val="accent6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Introduction:</a:t>
            </a:r>
          </a:p>
          <a:p>
            <a:pPr marL="793800" indent="-685800" algn="just" eaLnBrk="1" hangingPunct="1"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3200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God created human beings to be unlimited. Their performance, however, will be determined by how much they know themselves and manage their relationship with God.</a:t>
            </a:r>
          </a:p>
          <a:p>
            <a:pPr marL="793800" indent="-685800" algn="just" eaLnBrk="1" hangingPunct="1"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en-US" sz="3200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  <a:p>
            <a:pPr marL="793800" indent="-685800" algn="just" eaLnBrk="1" hangingPunct="1"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3200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While we need to believe in ourselves and have confidence in our abilities, self-confidence has a potential risk: it may teach us that we can do things on our own outside of God's help. </a:t>
            </a:r>
            <a:r>
              <a:rPr lang="en-US" sz="3200" b="1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John 15:5</a:t>
            </a:r>
          </a:p>
          <a:p>
            <a:pPr marL="793800" indent="-685800" algn="just" eaLnBrk="1" hangingPunct="1"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en-US" sz="3200" b="1" dirty="0">
              <a:solidFill>
                <a:srgbClr val="FF0000"/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  <a:p>
            <a:pPr marL="793800" indent="-685800" algn="just" eaLnBrk="1" hangingPunct="1"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3200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Self-confidence teaches us to rely on ourselves whereas God-confidence teaches us to </a:t>
            </a:r>
            <a:r>
              <a:rPr lang="en-US" sz="3200">
                <a:latin typeface="Bookman Old Style" panose="02050604050505020204" pitchFamily="18" charset="0"/>
                <a:cs typeface="Times New Roman" panose="02020603050405020304" pitchFamily="18" charset="0"/>
              </a:rPr>
              <a:t>rely on God. </a:t>
            </a:r>
            <a:r>
              <a:rPr lang="en-US" sz="3200" b="1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Hebrews 12:2</a:t>
            </a:r>
            <a:endParaRPr lang="en-US" altLang="en-US" sz="3200" b="1" dirty="0">
              <a:solidFill>
                <a:srgbClr val="FF0000"/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Content Placeholder 2"/>
          <p:cNvSpPr>
            <a:spLocks noGrp="1"/>
          </p:cNvSpPr>
          <p:nvPr>
            <p:ph idx="1"/>
          </p:nvPr>
        </p:nvSpPr>
        <p:spPr>
          <a:xfrm>
            <a:off x="263352" y="260350"/>
            <a:ext cx="8244154" cy="6264994"/>
          </a:xfrm>
        </p:spPr>
        <p:txBody>
          <a:bodyPr>
            <a:normAutofit fontScale="85000" lnSpcReduction="10000"/>
          </a:bodyPr>
          <a:lstStyle/>
          <a:p>
            <a:pPr marL="55563" indent="-55563" algn="ctr" eaLnBrk="1" hangingPunct="1">
              <a:buNone/>
            </a:pPr>
            <a:r>
              <a:rPr lang="en-US" sz="4400" b="1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GOD-CONFIDENCE AND SELF-CONFIDENCE</a:t>
            </a:r>
            <a:endParaRPr lang="en-US" sz="4400" dirty="0">
              <a:solidFill>
                <a:srgbClr val="FF0000"/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  <a:p>
            <a:pPr marL="0" indent="0" algn="just" eaLnBrk="1" hangingPunct="1">
              <a:buNone/>
            </a:pPr>
            <a:r>
              <a:rPr lang="en-US" sz="35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  <a:cs typeface="Times New Roman" panose="02020603050405020304" pitchFamily="18" charset="0"/>
              </a:rPr>
              <a:t>WHAT IS SELF-CONFIDENCE ?</a:t>
            </a:r>
          </a:p>
          <a:p>
            <a:pPr algn="just" eaLnBrk="1" hangingPunct="1">
              <a:buFont typeface="Wingdings" panose="05000000000000000000" pitchFamily="2" charset="2"/>
              <a:buChar char="Ø"/>
            </a:pPr>
            <a:r>
              <a:rPr lang="en-US" sz="54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A </a:t>
            </a:r>
            <a:r>
              <a:rPr lang="en-US" sz="5400" b="1" i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realistic</a:t>
            </a:r>
            <a:r>
              <a:rPr lang="en-US" sz="54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 confidence in one’s own judgment, ability, and power</a:t>
            </a:r>
            <a:r>
              <a:rPr lang="en-US" sz="5400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.</a:t>
            </a:r>
          </a:p>
          <a:p>
            <a:pPr algn="just" eaLnBrk="1" hangingPunct="1">
              <a:buFont typeface="Wingdings" panose="05000000000000000000" pitchFamily="2" charset="2"/>
              <a:buChar char="Ø"/>
            </a:pPr>
            <a:r>
              <a:rPr lang="en-US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 </a:t>
            </a:r>
            <a:r>
              <a:rPr lang="en-US" sz="54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An </a:t>
            </a:r>
            <a:r>
              <a:rPr lang="en-US" sz="5400" b="1" i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excessive</a:t>
            </a:r>
            <a:r>
              <a:rPr lang="en-US" sz="54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 or inflated confidence in one’s own judgment or ability.  In any event, it’s all about me no you.</a:t>
            </a:r>
            <a:endParaRPr lang="en-GB" altLang="en-US" sz="5400" b="1" i="1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879ED6-3FE1-48FB-B458-297F1CD97E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7506" y="72760"/>
            <a:ext cx="3421142" cy="6452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8630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Content Placeholder 2"/>
          <p:cNvSpPr>
            <a:spLocks noGrp="1"/>
          </p:cNvSpPr>
          <p:nvPr>
            <p:ph idx="1"/>
          </p:nvPr>
        </p:nvSpPr>
        <p:spPr>
          <a:xfrm>
            <a:off x="263352" y="260350"/>
            <a:ext cx="8773072" cy="6264994"/>
          </a:xfrm>
        </p:spPr>
        <p:txBody>
          <a:bodyPr>
            <a:normAutofit lnSpcReduction="10000"/>
          </a:bodyPr>
          <a:lstStyle/>
          <a:p>
            <a:pPr marL="55563" indent="-55563" algn="ctr" eaLnBrk="1" hangingPunct="1">
              <a:buNone/>
            </a:pPr>
            <a:r>
              <a:rPr lang="en-US" sz="4400" b="1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WHAT IS GOD-CONFIDENCE?</a:t>
            </a:r>
            <a:endParaRPr lang="en-US" sz="4400" dirty="0">
              <a:solidFill>
                <a:srgbClr val="FF0000"/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buFont typeface="Wingdings" panose="05000000000000000000" pitchFamily="2" charset="2"/>
              <a:buChar char="Ø"/>
            </a:pPr>
            <a:r>
              <a:rPr lang="en-US" sz="60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God-Confidence is about depending absolutely on God and His strength to handle the things in your life. </a:t>
            </a:r>
            <a:r>
              <a:rPr lang="en-US" sz="6000" b="1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Dan 2:28, Dan 11:32, Dan 3:17</a:t>
            </a:r>
            <a:endParaRPr lang="en-GB" altLang="en-US" sz="6000" b="1" i="1" dirty="0">
              <a:solidFill>
                <a:srgbClr val="FF0000"/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silhouette of man throwing girl in air">
            <a:extLst>
              <a:ext uri="{FF2B5EF4-FFF2-40B4-BE49-F238E27FC236}">
                <a16:creationId xmlns:a16="http://schemas.microsoft.com/office/drawing/2014/main" id="{C86E3820-278C-4D4D-8BF6-79AC9C5160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35034" y="260350"/>
            <a:ext cx="2859741" cy="6264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44499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Content Placeholder 2"/>
          <p:cNvSpPr>
            <a:spLocks noGrp="1"/>
          </p:cNvSpPr>
          <p:nvPr>
            <p:ph idx="1"/>
          </p:nvPr>
        </p:nvSpPr>
        <p:spPr>
          <a:xfrm>
            <a:off x="263352" y="260350"/>
            <a:ext cx="8064896" cy="6264994"/>
          </a:xfrm>
        </p:spPr>
        <p:txBody>
          <a:bodyPr>
            <a:normAutofit fontScale="25000" lnSpcReduction="20000"/>
          </a:bodyPr>
          <a:lstStyle/>
          <a:p>
            <a:pPr marL="55563" indent="-55563" algn="ctr" eaLnBrk="1" hangingPunct="1">
              <a:buNone/>
            </a:pPr>
            <a:r>
              <a:rPr lang="en-US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55563" indent="-55563" algn="ctr" eaLnBrk="1" hangingPunct="1">
              <a:buNone/>
            </a:pPr>
            <a:r>
              <a:rPr lang="en-US" sz="135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  <a:cs typeface="Times New Roman" panose="02020603050405020304" pitchFamily="18" charset="0"/>
              </a:rPr>
              <a:t>HOW TO BUILD OR DEVELOP  GOD-CONFIDENCE </a:t>
            </a:r>
          </a:p>
          <a:p>
            <a:pPr marL="0" indent="0" algn="just" eaLnBrk="1" hangingPunct="1">
              <a:buNone/>
            </a:pPr>
            <a:r>
              <a:rPr lang="en-US" sz="1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  <a:cs typeface="Times New Roman" panose="02020603050405020304" pitchFamily="18" charset="0"/>
              </a:rPr>
              <a:t>1. A strong and consistent Personal Relationship with Jesus</a:t>
            </a:r>
            <a:endParaRPr lang="en-US" sz="16000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buFont typeface="Wingdings" panose="05000000000000000000" pitchFamily="2" charset="2"/>
              <a:buChar char="Ø"/>
            </a:pPr>
            <a:r>
              <a:rPr lang="en-US" sz="17600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The first step in God-confidence is a personal relationship with Jesus Christ.  </a:t>
            </a:r>
          </a:p>
          <a:p>
            <a:pPr algn="just" eaLnBrk="1" hangingPunct="1">
              <a:buFont typeface="Wingdings" panose="05000000000000000000" pitchFamily="2" charset="2"/>
              <a:buChar char="Ø"/>
            </a:pPr>
            <a:r>
              <a:rPr lang="en-US" sz="17600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Once you have a personal relationship with the Lord  then the journey has begin. </a:t>
            </a:r>
            <a:r>
              <a:rPr lang="en-US" sz="17600" b="1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John 15:7</a:t>
            </a:r>
            <a:r>
              <a:rPr lang="en-US" sz="17600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 </a:t>
            </a:r>
          </a:p>
          <a:p>
            <a:pPr algn="just" eaLnBrk="1" hangingPunct="1">
              <a:buFont typeface="Wingdings" panose="05000000000000000000" pitchFamily="2" charset="2"/>
              <a:buChar char="Ø"/>
            </a:pPr>
            <a:endParaRPr lang="en-US" sz="11000" u="sng" dirty="0">
              <a:solidFill>
                <a:srgbClr val="FF0000"/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  <a:p>
            <a:pPr marL="0" indent="0" algn="just" eaLnBrk="1" hangingPunct="1">
              <a:buNone/>
            </a:pPr>
            <a:r>
              <a:rPr lang="en-US" sz="6000" b="1" dirty="0"/>
              <a:t> </a:t>
            </a:r>
            <a:endParaRPr lang="en-GB" altLang="en-US" sz="6000" b="1" i="1" dirty="0"/>
          </a:p>
        </p:txBody>
      </p:sp>
      <p:pic>
        <p:nvPicPr>
          <p:cNvPr id="3" name="Picture 2" descr="We don't need self-confidence we need God-confidence. | Joyce Meyer quote,  HD Wallpaper | Rare Gallery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8248" y="260350"/>
            <a:ext cx="3528392" cy="640901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0895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Content Placeholder 2"/>
          <p:cNvSpPr>
            <a:spLocks noGrp="1"/>
          </p:cNvSpPr>
          <p:nvPr>
            <p:ph idx="1"/>
          </p:nvPr>
        </p:nvSpPr>
        <p:spPr>
          <a:xfrm>
            <a:off x="263353" y="260350"/>
            <a:ext cx="8199330" cy="6264994"/>
          </a:xfrm>
        </p:spPr>
        <p:txBody>
          <a:bodyPr>
            <a:normAutofit fontScale="92500" lnSpcReduction="10000"/>
          </a:bodyPr>
          <a:lstStyle/>
          <a:p>
            <a:pPr marL="0" indent="0" algn="just" eaLnBrk="1" hangingPunct="1">
              <a:buNone/>
            </a:pPr>
            <a:r>
              <a:rPr 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  <a:cs typeface="Times New Roman" panose="02020603050405020304" pitchFamily="18" charset="0"/>
              </a:rPr>
              <a:t>2. Bank on God’s Promises</a:t>
            </a:r>
          </a:p>
          <a:p>
            <a:pPr marL="0" indent="0" algn="just" eaLnBrk="1" hangingPunct="1">
              <a:buNone/>
            </a:pPr>
            <a:r>
              <a:rPr lang="en-US" sz="4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must depend on God’s promises.</a:t>
            </a:r>
          </a:p>
          <a:p>
            <a:pPr algn="just" eaLnBrk="1" hangingPunct="1">
              <a:buFont typeface="Wingdings" panose="05000000000000000000" pitchFamily="2" charset="2"/>
              <a:buChar char="§"/>
            </a:pPr>
            <a:r>
              <a:rPr lang="en-US" sz="4600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I can do all things through Christ which strengthened me. </a:t>
            </a:r>
            <a:r>
              <a:rPr lang="en-US" sz="4600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Phil 4:13</a:t>
            </a:r>
          </a:p>
          <a:p>
            <a:pPr marL="0" indent="0" algn="just" eaLnBrk="1" hangingPunct="1">
              <a:buNone/>
            </a:pPr>
            <a:endParaRPr lang="en-US" sz="4600" dirty="0">
              <a:solidFill>
                <a:srgbClr val="FF0000"/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buFont typeface="Wingdings" panose="05000000000000000000" pitchFamily="2" charset="2"/>
              <a:buChar char="§"/>
            </a:pPr>
            <a:r>
              <a:rPr lang="en-US" sz="4600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But my God shall supply all your need according to his riches in glory by Christ Jesus”. </a:t>
            </a:r>
            <a:r>
              <a:rPr lang="en-US" sz="4600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Phil 4:19</a:t>
            </a:r>
          </a:p>
          <a:p>
            <a:pPr algn="just" eaLnBrk="1" hangingPunct="1">
              <a:buFont typeface="Wingdings" panose="05000000000000000000" pitchFamily="2" charset="2"/>
              <a:buChar char="§"/>
            </a:pPr>
            <a:endParaRPr lang="en-US" b="1" dirty="0"/>
          </a:p>
        </p:txBody>
      </p:sp>
      <p:pic>
        <p:nvPicPr>
          <p:cNvPr id="2050" name="Picture 2" descr="cropped hands reaching against sky during sunset">
            <a:extLst>
              <a:ext uri="{FF2B5EF4-FFF2-40B4-BE49-F238E27FC236}">
                <a16:creationId xmlns:a16="http://schemas.microsoft.com/office/drawing/2014/main" id="{A0755AA4-7507-479F-9243-4777DFA93A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2683" y="367552"/>
            <a:ext cx="3465964" cy="6157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71055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Content Placeholder 2"/>
          <p:cNvSpPr>
            <a:spLocks noGrp="1"/>
          </p:cNvSpPr>
          <p:nvPr>
            <p:ph idx="1"/>
          </p:nvPr>
        </p:nvSpPr>
        <p:spPr>
          <a:xfrm>
            <a:off x="263352" y="260350"/>
            <a:ext cx="8548954" cy="6264994"/>
          </a:xfrm>
        </p:spPr>
        <p:txBody>
          <a:bodyPr>
            <a:normAutofit fontScale="92500"/>
          </a:bodyPr>
          <a:lstStyle/>
          <a:p>
            <a:pPr marL="0" indent="0" algn="just" eaLnBrk="1" hangingPunct="1">
              <a:buNone/>
            </a:pPr>
            <a:r>
              <a:rPr lang="en-GB" sz="39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  <a:cs typeface="Times New Roman" panose="02020603050405020304" pitchFamily="18" charset="0"/>
              </a:rPr>
              <a:t>3. Rely on the approval</a:t>
            </a:r>
            <a:r>
              <a:rPr lang="en-US" sz="39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  <a:cs typeface="Times New Roman" panose="02020603050405020304" pitchFamily="18" charset="0"/>
              </a:rPr>
              <a:t> from God</a:t>
            </a:r>
          </a:p>
          <a:p>
            <a:pPr algn="just" eaLnBrk="1" hangingPunct="1">
              <a:buFont typeface="Wingdings" panose="05000000000000000000" pitchFamily="2" charset="2"/>
              <a:buChar char="§"/>
            </a:pPr>
            <a:r>
              <a:rPr lang="en-US" sz="4500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It’s also important to remember that our worth doesn’t come from our actions, what we look like, or how much money we have.  Instead, our worth lie in God.</a:t>
            </a:r>
          </a:p>
          <a:p>
            <a:pPr algn="just" eaLnBrk="1" hangingPunct="1">
              <a:buFont typeface="Wingdings" panose="05000000000000000000" pitchFamily="2" charset="2"/>
              <a:buChar char="§"/>
            </a:pPr>
            <a:r>
              <a:rPr lang="en-US" sz="4500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He created us for His honor and glory and for His pleasure. </a:t>
            </a:r>
          </a:p>
          <a:p>
            <a:pPr algn="just" eaLnBrk="1" hangingPunct="1">
              <a:buFont typeface="Wingdings" panose="05000000000000000000" pitchFamily="2" charset="2"/>
              <a:buChar char="§"/>
            </a:pPr>
            <a:endParaRPr lang="en-US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4EC92B-F0B4-4D29-A3D5-24C0F8C3EF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2306" y="260350"/>
            <a:ext cx="3116342" cy="633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61165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Content Placeholder 2"/>
          <p:cNvSpPr>
            <a:spLocks noGrp="1"/>
          </p:cNvSpPr>
          <p:nvPr>
            <p:ph idx="1"/>
          </p:nvPr>
        </p:nvSpPr>
        <p:spPr>
          <a:xfrm>
            <a:off x="263352" y="260350"/>
            <a:ext cx="11593288" cy="6264994"/>
          </a:xfrm>
        </p:spPr>
        <p:txBody>
          <a:bodyPr/>
          <a:lstStyle/>
          <a:p>
            <a:pPr marL="0" indent="0" algn="just" eaLnBrk="1" hangingPunct="1">
              <a:buNone/>
            </a:pPr>
            <a:r>
              <a:rPr lang="en-US" sz="54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4</a:t>
            </a:r>
            <a:r>
              <a:rPr lang="en-US" sz="4600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. </a:t>
            </a:r>
            <a:r>
              <a:rPr lang="en-US" sz="48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Identify your confidence killers </a:t>
            </a:r>
          </a:p>
          <a:p>
            <a:pPr algn="just"/>
            <a:r>
              <a:rPr lang="en-US" sz="4400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Control/Circumstances</a:t>
            </a:r>
            <a:r>
              <a:rPr lang="en-US" sz="4000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 We think if our circumstances change, then we’ll be confident (health, finances, dating, marriage, job). </a:t>
            </a:r>
            <a:r>
              <a:rPr lang="en-US" sz="4000" b="1" i="1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Prov. 28:26</a:t>
            </a:r>
            <a:endParaRPr lang="en-US" sz="4000" b="1" i="1" u="sng" dirty="0">
              <a:solidFill>
                <a:srgbClr val="FF0000"/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40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Money </a:t>
            </a:r>
            <a:r>
              <a:rPr lang="en-US" sz="4000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– We think more money will bring confidence. </a:t>
            </a:r>
            <a:r>
              <a:rPr lang="en-US" sz="40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i="1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1 Tim. 6:17</a:t>
            </a:r>
          </a:p>
          <a:p>
            <a:r>
              <a:rPr lang="en-US" sz="40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Achievement - </a:t>
            </a:r>
            <a:r>
              <a:rPr lang="en-US" sz="4000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We think accomplishing goals in work or life will bring confidence. </a:t>
            </a:r>
            <a:r>
              <a:rPr lang="en-US" sz="4000" b="1" i="1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1 Cor. 15:10</a:t>
            </a:r>
            <a:endParaRPr lang="en-US" sz="4000" b="1" i="1" u="sng" dirty="0">
              <a:solidFill>
                <a:srgbClr val="FF0000"/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  <a:p>
            <a:pPr marL="0" indent="0" algn="just" eaLnBrk="1" hangingPunct="1">
              <a:buNone/>
            </a:pPr>
            <a:endParaRPr lang="en-US" sz="4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62795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Content Placeholder 2"/>
          <p:cNvSpPr>
            <a:spLocks noGrp="1"/>
          </p:cNvSpPr>
          <p:nvPr>
            <p:ph idx="1"/>
          </p:nvPr>
        </p:nvSpPr>
        <p:spPr>
          <a:xfrm>
            <a:off x="263352" y="226484"/>
            <a:ext cx="11593288" cy="6264994"/>
          </a:xfrm>
        </p:spPr>
        <p:txBody>
          <a:bodyPr/>
          <a:lstStyle/>
          <a:p>
            <a:pPr marL="0" indent="0" algn="just" eaLnBrk="1" hangingPunct="1">
              <a:buNone/>
            </a:pPr>
            <a:endParaRPr lang="en-US" sz="4800" b="1" dirty="0">
              <a:latin typeface="Bookman Old Style" panose="02050604050505020204" pitchFamily="18" charset="0"/>
            </a:endParaRPr>
          </a:p>
          <a:p>
            <a:pPr algn="just"/>
            <a:r>
              <a:rPr lang="en-US" sz="48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People  – We think people liking us or respecting us will bring confidence. </a:t>
            </a:r>
            <a:r>
              <a:rPr lang="en-US" sz="4800" b="1" i="1" dirty="0" err="1">
                <a:solidFill>
                  <a:srgbClr val="FF0000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Prov</a:t>
            </a:r>
            <a:r>
              <a:rPr lang="en-US" sz="4800" b="1" i="1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 25:19, Prov. 29:25</a:t>
            </a:r>
            <a:endParaRPr lang="en-US" sz="4800" b="1" i="1" u="sng" dirty="0">
              <a:solidFill>
                <a:srgbClr val="FF0000"/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48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Pleasure  – We think feeling pleasure will give us confidence. </a:t>
            </a:r>
            <a:r>
              <a:rPr lang="en-US" sz="4800" b="1" i="1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Eccl 2:1-11</a:t>
            </a:r>
          </a:p>
          <a:p>
            <a:pPr algn="just"/>
            <a:endParaRPr lang="en-US" sz="4800" b="1" dirty="0">
              <a:latin typeface="Bookman Old Style" panose="02050604050505020204" pitchFamily="18" charset="0"/>
            </a:endParaRPr>
          </a:p>
          <a:p>
            <a:pPr marL="0" indent="0" algn="just" eaLnBrk="1" hangingPunct="1">
              <a:buNone/>
            </a:pPr>
            <a:endParaRPr lang="en-US" sz="4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82988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Content Placeholder 2"/>
          <p:cNvSpPr>
            <a:spLocks noGrp="1"/>
          </p:cNvSpPr>
          <p:nvPr>
            <p:ph idx="1"/>
          </p:nvPr>
        </p:nvSpPr>
        <p:spPr>
          <a:xfrm>
            <a:off x="263352" y="260350"/>
            <a:ext cx="11593288" cy="6264994"/>
          </a:xfrm>
        </p:spPr>
        <p:txBody>
          <a:bodyPr/>
          <a:lstStyle/>
          <a:p>
            <a:pPr marL="0" indent="0" algn="just" eaLnBrk="1" hangingPunct="1">
              <a:buNone/>
            </a:pPr>
            <a:r>
              <a:rPr lang="en-US" sz="4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sz="4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</a:t>
            </a: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Pray to God boldly </a:t>
            </a:r>
          </a:p>
          <a:p>
            <a:pPr algn="just"/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David was gut-level honest with God. </a:t>
            </a:r>
            <a:r>
              <a:rPr lang="en-US" sz="4400" i="1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Ps 31:10, 14-16</a:t>
            </a:r>
          </a:p>
          <a:p>
            <a:pPr algn="just"/>
            <a:r>
              <a:rPr lang="en-US" sz="4400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We have to rely on Him, and that means putting everything we think and feel out into the open.</a:t>
            </a:r>
          </a:p>
          <a:p>
            <a:pPr algn="just"/>
            <a:r>
              <a:rPr lang="en-US" sz="4400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Knowing the nature of your flaws, fears, insecurities, and weakness, make you feel inferior </a:t>
            </a:r>
            <a:r>
              <a:rPr lang="en-US" sz="4800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inside then you need help</a:t>
            </a:r>
            <a:r>
              <a:rPr lang="en-US" sz="4800" dirty="0">
                <a:latin typeface="Bookman Old Style" panose="02050604050505020204" pitchFamily="18" charset="0"/>
              </a:rPr>
              <a:t>.</a:t>
            </a:r>
            <a:endParaRPr lang="en-US" sz="4800" i="1" u="sng" dirty="0">
              <a:solidFill>
                <a:srgbClr val="FF0000"/>
              </a:solidFill>
              <a:latin typeface="Bookman Old Style" panose="02050604050505020204" pitchFamily="18" charset="0"/>
            </a:endParaRPr>
          </a:p>
          <a:p>
            <a:pPr marL="0" indent="0" algn="just" eaLnBrk="1" hangingPunct="1">
              <a:buNone/>
            </a:pPr>
            <a:endParaRPr lang="en-US" sz="4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48772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Content Placeholder 2"/>
          <p:cNvSpPr>
            <a:spLocks noGrp="1"/>
          </p:cNvSpPr>
          <p:nvPr>
            <p:ph idx="1"/>
          </p:nvPr>
        </p:nvSpPr>
        <p:spPr>
          <a:xfrm>
            <a:off x="263352" y="260350"/>
            <a:ext cx="11593288" cy="6264994"/>
          </a:xfrm>
        </p:spPr>
        <p:txBody>
          <a:bodyPr>
            <a:normAutofit lnSpcReduction="10000"/>
          </a:bodyPr>
          <a:lstStyle/>
          <a:p>
            <a:pPr marL="0" indent="0" algn="just" eaLnBrk="1" hangingPunct="1">
              <a:buNone/>
            </a:pPr>
            <a:r>
              <a:rPr 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6. Absolute obedience to God’s instructions </a:t>
            </a:r>
          </a:p>
          <a:p>
            <a:pPr algn="just"/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God’s word is powerful, and even just reading it builds faith, but the real confidence comes from applying it. </a:t>
            </a:r>
            <a:r>
              <a:rPr lang="en-US" sz="4000" b="1" i="1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Rom 10:17</a:t>
            </a:r>
            <a:r>
              <a:rPr lang="en-US" sz="4000" i="1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4000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But don’t just listen to God’s word. You must do what it says. Otherwise, you are only fooling yourselves.</a:t>
            </a:r>
          </a:p>
          <a:p>
            <a:pPr algn="just"/>
            <a:r>
              <a:rPr lang="en-US" sz="4000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For if you listen to the word and don’t obey, it is like glancing your face in a mirror and for getting who you are. </a:t>
            </a:r>
            <a:r>
              <a:rPr lang="en-US" sz="4000" b="1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James 1:22-25</a:t>
            </a:r>
            <a:r>
              <a:rPr lang="en-US" sz="4000" dirty="0">
                <a:latin typeface="Bookman Old Style" panose="02050604050505020204" pitchFamily="18" charset="0"/>
              </a:rPr>
              <a:t> </a:t>
            </a:r>
            <a:endParaRPr lang="en-US" sz="4000" i="1" u="sng" dirty="0">
              <a:solidFill>
                <a:srgbClr val="FF0000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27008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Content Placeholder 2"/>
          <p:cNvSpPr>
            <a:spLocks noGrp="1"/>
          </p:cNvSpPr>
          <p:nvPr>
            <p:ph idx="1"/>
          </p:nvPr>
        </p:nvSpPr>
        <p:spPr>
          <a:xfrm>
            <a:off x="263352" y="260350"/>
            <a:ext cx="11593288" cy="6264994"/>
          </a:xfrm>
        </p:spPr>
        <p:txBody>
          <a:bodyPr>
            <a:normAutofit/>
          </a:bodyPr>
          <a:lstStyle/>
          <a:p>
            <a:pPr marL="0" indent="0" algn="just" eaLnBrk="1" hangingPunct="1">
              <a:buNone/>
            </a:pPr>
            <a:r>
              <a:rPr lang="en-US" sz="35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7.</a:t>
            </a:r>
            <a:r>
              <a:rPr lang="en-US" sz="4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  <a:cs typeface="Times New Roman" panose="02020603050405020304" pitchFamily="18" charset="0"/>
              </a:rPr>
              <a:t>Develop confidence in your daily activities </a:t>
            </a:r>
          </a:p>
          <a:p>
            <a:pPr algn="just"/>
            <a:r>
              <a:rPr lang="en-US" sz="4400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 </a:t>
            </a:r>
            <a:r>
              <a:rPr lang="en-US" sz="3800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Do not get tired of doing what is good. At the right time we will reap a harvest of blessing if we don’t give up. </a:t>
            </a:r>
          </a:p>
          <a:p>
            <a:pPr algn="just"/>
            <a:r>
              <a:rPr lang="en-US" sz="3800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Whenever we have the opportunity, we should do good to everyone—especially to those in the family of faith. </a:t>
            </a:r>
            <a:r>
              <a:rPr lang="en-US" sz="3800" i="1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Galatians 6:7-10 NLT</a:t>
            </a:r>
          </a:p>
          <a:p>
            <a:pPr algn="just"/>
            <a:r>
              <a:rPr lang="en-US" sz="3800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When you live life God’s way, he comes through for you, helps you grow, and guides you to do good for other people</a:t>
            </a:r>
            <a:endParaRPr lang="en-US" sz="3800" i="1" dirty="0">
              <a:solidFill>
                <a:srgbClr val="FF0000"/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3800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65032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3352" y="332656"/>
            <a:ext cx="11593288" cy="6264696"/>
          </a:xfrm>
        </p:spPr>
        <p:txBody>
          <a:bodyPr rtlCol="0">
            <a:normAutofit lnSpcReduction="10000"/>
          </a:bodyPr>
          <a:lstStyle/>
          <a:p>
            <a:pPr eaLnBrk="1" fontAlgn="auto" hangingPunct="1">
              <a:spcAft>
                <a:spcPts val="0"/>
              </a:spcAft>
              <a:buNone/>
              <a:defRPr/>
            </a:pPr>
            <a:r>
              <a:rPr lang="en-US" sz="4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  <a:cs typeface="Times New Roman" panose="02020603050405020304" pitchFamily="18" charset="0"/>
              </a:rPr>
              <a:t>In conclusion</a:t>
            </a:r>
          </a:p>
          <a:p>
            <a:pPr algn="just" eaLnBrk="1" fontAlgn="auto" hangingPunct="1">
              <a:spcAft>
                <a:spcPts val="0"/>
              </a:spcAft>
              <a:buNone/>
              <a:defRPr/>
            </a:pPr>
            <a:r>
              <a:rPr lang="en-US" sz="4000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	</a:t>
            </a:r>
            <a:r>
              <a:rPr lang="en-US" sz="54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When we are close to God, we have the confidence to share our life, give generously, and sacrifice to help others.</a:t>
            </a:r>
          </a:p>
          <a:p>
            <a:pPr algn="just" eaLnBrk="1" fontAlgn="auto" hangingPunct="1">
              <a:spcAft>
                <a:spcPts val="0"/>
              </a:spcAft>
              <a:buNone/>
              <a:defRPr/>
            </a:pPr>
            <a:r>
              <a:rPr lang="en-US" sz="54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  </a:t>
            </a:r>
            <a:r>
              <a:rPr lang="en-US" sz="5400" b="1" i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We must ensure we rely on God to help us in the journey of life even as we advance from Landmark University</a:t>
            </a:r>
            <a:r>
              <a:rPr lang="en-US" sz="54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29700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FC457E0C-AAB5-4794-891E-A566086091D4}" type="slidenum">
              <a:rPr lang="en-US" altLang="en-US">
                <a:solidFill>
                  <a:srgbClr val="898989"/>
                </a:solidFill>
                <a:latin typeface="Candara" panose="020E0502030303020204" pitchFamily="34" charset="0"/>
              </a:rPr>
              <a:pPr eaLnBrk="1" hangingPunct="1"/>
              <a:t>13</a:t>
            </a:fld>
            <a:endParaRPr lang="en-US" altLang="en-US" dirty="0">
              <a:solidFill>
                <a:srgbClr val="898989"/>
              </a:solidFill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4406778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CC490-592E-46E0-A012-FB59157866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3083"/>
            <a:ext cx="10515600" cy="797858"/>
          </a:xfrm>
        </p:spPr>
        <p:txBody>
          <a:bodyPr/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  <a:cs typeface="Times New Roman" panose="02020603050405020304" pitchFamily="18" charset="0"/>
              </a:rPr>
              <a:t>In conclusion contd.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405695-B823-4934-941E-C3D1681A74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4094" y="1147482"/>
            <a:ext cx="7386917" cy="5029481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sz="4400" dirty="0">
                <a:latin typeface="Bookman Old Style" panose="02050604050505020204" pitchFamily="18" charset="0"/>
              </a:rPr>
              <a:t>“I have strength for all things in Christ Who empowers me [I am ready for anything and equal to anything through Him Who infuses inner strength into me; I am self-sufficient in Christ’s sufficiency in Christ’s sufficiency]” </a:t>
            </a:r>
            <a:r>
              <a:rPr lang="en-US" sz="4400" b="1" dirty="0">
                <a:latin typeface="Bookman Old Style" panose="02050604050505020204" pitchFamily="18" charset="0"/>
              </a:rPr>
              <a:t>Philippians 4:13 (AMP).</a:t>
            </a:r>
          </a:p>
        </p:txBody>
      </p:sp>
      <p:pic>
        <p:nvPicPr>
          <p:cNvPr id="4098" name="Picture 2" descr="13,918 Large Steps Stock Photos - Free &amp; Royalty-Free Stock ...">
            <a:extLst>
              <a:ext uri="{FF2B5EF4-FFF2-40B4-BE49-F238E27FC236}">
                <a16:creationId xmlns:a16="http://schemas.microsoft.com/office/drawing/2014/main" id="{25946491-C213-4C7A-AC9F-6E00A2085B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1" y="1030942"/>
            <a:ext cx="4087906" cy="5029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86697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Content Placeholder 2"/>
          <p:cNvSpPr>
            <a:spLocks noGrp="1"/>
          </p:cNvSpPr>
          <p:nvPr>
            <p:ph idx="1"/>
          </p:nvPr>
        </p:nvSpPr>
        <p:spPr>
          <a:xfrm>
            <a:off x="838200" y="1794933"/>
            <a:ext cx="10515600" cy="4382030"/>
          </a:xfrm>
        </p:spPr>
        <p:txBody>
          <a:bodyPr/>
          <a:lstStyle/>
          <a:p>
            <a:pPr algn="ctr" eaLnBrk="1" hangingPunct="1">
              <a:buFont typeface="Arial" panose="020B0604020202020204" pitchFamily="34" charset="0"/>
              <a:buNone/>
            </a:pPr>
            <a:r>
              <a:rPr lang="en-US" altLang="en-US" sz="7200" b="1" dirty="0">
                <a:solidFill>
                  <a:srgbClr val="00B050"/>
                </a:solidFill>
                <a:latin typeface="Blackadder ITC" panose="04020505051007020D02" pitchFamily="82" charset="0"/>
                <a:cs typeface="Times New Roman" panose="02020603050405020304" pitchFamily="18" charset="0"/>
              </a:rPr>
              <a:t>Thank You </a:t>
            </a:r>
          </a:p>
          <a:p>
            <a:pPr algn="ctr" eaLnBrk="1" hangingPunct="1">
              <a:buFont typeface="Arial" panose="020B0604020202020204" pitchFamily="34" charset="0"/>
              <a:buNone/>
            </a:pPr>
            <a:r>
              <a:rPr lang="en-US" altLang="en-US" sz="7200" b="1" dirty="0">
                <a:solidFill>
                  <a:srgbClr val="00B050"/>
                </a:solidFill>
                <a:latin typeface="Blackadder ITC" panose="04020505051007020D02" pitchFamily="82" charset="0"/>
                <a:cs typeface="Times New Roman" panose="02020603050405020304" pitchFamily="18" charset="0"/>
              </a:rPr>
              <a:t>For</a:t>
            </a:r>
          </a:p>
          <a:p>
            <a:pPr algn="ctr" eaLnBrk="1" hangingPunct="1">
              <a:buFont typeface="Arial" panose="020B0604020202020204" pitchFamily="34" charset="0"/>
              <a:buNone/>
            </a:pPr>
            <a:r>
              <a:rPr lang="en-US" altLang="en-US" sz="7200" b="1" dirty="0">
                <a:solidFill>
                  <a:srgbClr val="00B050"/>
                </a:solidFill>
                <a:latin typeface="Blackadder ITC" panose="04020505051007020D02" pitchFamily="82" charset="0"/>
                <a:cs typeface="Times New Roman" panose="02020603050405020304" pitchFamily="18" charset="0"/>
              </a:rPr>
              <a:t>Listening.</a:t>
            </a:r>
          </a:p>
          <a:p>
            <a:pPr algn="ctr" eaLnBrk="1" hangingPunct="1"/>
            <a:endParaRPr lang="en-US" altLang="en-US" sz="5400" dirty="0">
              <a:latin typeface="Aharoni" panose="02010803020104030203" pitchFamily="2" charset="0"/>
              <a:cs typeface="Aharoni" panose="02010803020104030203" pitchFamily="2" charset="0"/>
            </a:endParaRPr>
          </a:p>
        </p:txBody>
      </p:sp>
      <p:sp>
        <p:nvSpPr>
          <p:cNvPr id="30724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8B55669D-D506-4CAA-BAC6-509D832F178A}" type="slidenum">
              <a:rPr lang="en-US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15</a:t>
            </a:fld>
            <a:endParaRPr lang="en-US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</TotalTime>
  <Words>805</Words>
  <Application>Microsoft Office PowerPoint</Application>
  <PresentationFormat>Widescreen</PresentationFormat>
  <Paragraphs>64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6" baseType="lpstr">
      <vt:lpstr>ＭＳ Ｐゴシック</vt:lpstr>
      <vt:lpstr>Aharoni</vt:lpstr>
      <vt:lpstr>Arial</vt:lpstr>
      <vt:lpstr>Blackadder ITC</vt:lpstr>
      <vt:lpstr>Bookman Old Style</vt:lpstr>
      <vt:lpstr>Calibri</vt:lpstr>
      <vt:lpstr>Calibri Light</vt:lpstr>
      <vt:lpstr>Candara</vt:lpstr>
      <vt:lpstr>Times New Roman</vt:lpstr>
      <vt:lpstr>Wingdings</vt:lpstr>
      <vt:lpstr>Office Theme</vt:lpstr>
      <vt:lpstr>    COURSE CODE:  TMC  411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 conclusion contd.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 CODE:  TMC  411</dc:title>
  <dc:creator>DO CHAPLAINCY</dc:creator>
  <cp:lastModifiedBy>DO CHAPLAINCY</cp:lastModifiedBy>
  <cp:revision>30</cp:revision>
  <dcterms:created xsi:type="dcterms:W3CDTF">2026-01-06T09:44:30Z</dcterms:created>
  <dcterms:modified xsi:type="dcterms:W3CDTF">2026-01-07T08:40:33Z</dcterms:modified>
</cp:coreProperties>
</file>