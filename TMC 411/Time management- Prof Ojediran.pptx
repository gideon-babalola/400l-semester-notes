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03" r:id="rId5"/>
    <p:sldId id="304" r:id="rId6"/>
    <p:sldId id="279" r:id="rId7"/>
    <p:sldId id="275" r:id="rId8"/>
    <p:sldId id="306" r:id="rId9"/>
    <p:sldId id="288" r:id="rId10"/>
    <p:sldId id="289" r:id="rId11"/>
    <p:sldId id="290" r:id="rId12"/>
    <p:sldId id="291" r:id="rId13"/>
    <p:sldId id="292" r:id="rId14"/>
    <p:sldId id="295" r:id="rId15"/>
    <p:sldId id="296" r:id="rId16"/>
    <p:sldId id="298" r:id="rId17"/>
    <p:sldId id="299" r:id="rId18"/>
    <p:sldId id="301" r:id="rId19"/>
    <p:sldId id="265" r:id="rId20"/>
    <p:sldId id="307" r:id="rId21"/>
    <p:sldId id="267"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D798F9-F975-4814-AAE2-05B0DDA794F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30F5F72-CD18-4461-A218-98D94143AD60}">
      <dgm:prSet phldrT="[Text]"/>
      <dgm:spPr/>
      <dgm:t>
        <a:bodyPr/>
        <a:lstStyle/>
        <a:p>
          <a:r>
            <a:rPr lang="en-US" b="1" dirty="0"/>
            <a:t>God owns </a:t>
          </a:r>
        </a:p>
        <a:p>
          <a:r>
            <a:rPr lang="en-US" b="1" dirty="0"/>
            <a:t>your time</a:t>
          </a:r>
          <a:endParaRPr lang="en-US" dirty="0"/>
        </a:p>
      </dgm:t>
    </dgm:pt>
    <dgm:pt modelId="{5A00B606-E667-43B2-BE87-D81C9B34BD8A}" type="parTrans" cxnId="{2C1ED854-1FA6-461F-8AB1-FF668731CBCE}">
      <dgm:prSet/>
      <dgm:spPr/>
      <dgm:t>
        <a:bodyPr/>
        <a:lstStyle/>
        <a:p>
          <a:endParaRPr lang="en-US"/>
        </a:p>
      </dgm:t>
    </dgm:pt>
    <dgm:pt modelId="{5F098491-ACED-4360-AA75-DB587F01D0A0}" type="sibTrans" cxnId="{2C1ED854-1FA6-461F-8AB1-FF668731CBCE}">
      <dgm:prSet/>
      <dgm:spPr/>
      <dgm:t>
        <a:bodyPr/>
        <a:lstStyle/>
        <a:p>
          <a:endParaRPr lang="en-US"/>
        </a:p>
      </dgm:t>
    </dgm:pt>
    <dgm:pt modelId="{B2543230-24B9-40FC-A501-5861A3E4D0E3}">
      <dgm:prSet/>
      <dgm:spPr>
        <a:solidFill>
          <a:schemeClr val="bg1"/>
        </a:solidFill>
        <a:ln>
          <a:solidFill>
            <a:srgbClr val="00B050"/>
          </a:solidFill>
        </a:ln>
      </dgm:spPr>
      <dgm:t>
        <a:bodyPr/>
        <a:lstStyle/>
        <a:p>
          <a:r>
            <a:rPr lang="en-US" b="1" dirty="0">
              <a:solidFill>
                <a:srgbClr val="00B050"/>
              </a:solidFill>
            </a:rPr>
            <a:t>Prioritize </a:t>
          </a:r>
        </a:p>
        <a:p>
          <a:r>
            <a:rPr lang="en-US" b="1" dirty="0">
              <a:solidFill>
                <a:srgbClr val="00B050"/>
              </a:solidFill>
            </a:rPr>
            <a:t>tasks </a:t>
          </a:r>
        </a:p>
      </dgm:t>
    </dgm:pt>
    <dgm:pt modelId="{2A30C599-8130-4E58-AEBD-1D7C4D1137FA}" type="parTrans" cxnId="{C66225D0-0297-438B-A998-F267C8A7845F}">
      <dgm:prSet/>
      <dgm:spPr/>
      <dgm:t>
        <a:bodyPr/>
        <a:lstStyle/>
        <a:p>
          <a:endParaRPr lang="en-US"/>
        </a:p>
      </dgm:t>
    </dgm:pt>
    <dgm:pt modelId="{618CA6C5-EE35-493B-B737-25E43B564EC8}" type="sibTrans" cxnId="{C66225D0-0297-438B-A998-F267C8A7845F}">
      <dgm:prSet/>
      <dgm:spPr/>
      <dgm:t>
        <a:bodyPr/>
        <a:lstStyle/>
        <a:p>
          <a:endParaRPr lang="en-US"/>
        </a:p>
      </dgm:t>
    </dgm:pt>
    <dgm:pt modelId="{B17B8203-D73E-4221-9098-684D99EB1C00}">
      <dgm:prSet/>
      <dgm:spPr/>
      <dgm:t>
        <a:bodyPr/>
        <a:lstStyle/>
        <a:p>
          <a:r>
            <a:rPr lang="en-US" b="1" dirty="0"/>
            <a:t>Create a schedule</a:t>
          </a:r>
        </a:p>
      </dgm:t>
    </dgm:pt>
    <dgm:pt modelId="{6BC6EF40-8C38-4C64-A490-52EE1CFD45D4}" type="parTrans" cxnId="{C274FD86-51C3-400C-B7BF-95F823E8DA3F}">
      <dgm:prSet/>
      <dgm:spPr/>
      <dgm:t>
        <a:bodyPr/>
        <a:lstStyle/>
        <a:p>
          <a:endParaRPr lang="en-US"/>
        </a:p>
      </dgm:t>
    </dgm:pt>
    <dgm:pt modelId="{CCDE3E10-AF10-4094-9C6E-B19DB9653442}" type="sibTrans" cxnId="{C274FD86-51C3-400C-B7BF-95F823E8DA3F}">
      <dgm:prSet/>
      <dgm:spPr/>
      <dgm:t>
        <a:bodyPr/>
        <a:lstStyle/>
        <a:p>
          <a:endParaRPr lang="en-US"/>
        </a:p>
      </dgm:t>
    </dgm:pt>
    <dgm:pt modelId="{02E37D9B-B257-464E-803D-6652F7D29B6D}">
      <dgm:prSet/>
      <dgm:spPr>
        <a:solidFill>
          <a:schemeClr val="bg1"/>
        </a:solidFill>
        <a:ln>
          <a:solidFill>
            <a:srgbClr val="00B050"/>
          </a:solidFill>
        </a:ln>
      </dgm:spPr>
      <dgm:t>
        <a:bodyPr/>
        <a:lstStyle/>
        <a:p>
          <a:r>
            <a:rPr lang="en-US" b="1" dirty="0">
              <a:solidFill>
                <a:srgbClr val="00B050"/>
              </a:solidFill>
            </a:rPr>
            <a:t>Set SMART goals </a:t>
          </a:r>
        </a:p>
      </dgm:t>
    </dgm:pt>
    <dgm:pt modelId="{F20FCCD2-712E-431B-9A14-EAB21C4BFEC6}" type="parTrans" cxnId="{4E4BFB30-E26A-47EB-8E50-E7363D18352A}">
      <dgm:prSet/>
      <dgm:spPr/>
      <dgm:t>
        <a:bodyPr/>
        <a:lstStyle/>
        <a:p>
          <a:endParaRPr lang="en-US"/>
        </a:p>
      </dgm:t>
    </dgm:pt>
    <dgm:pt modelId="{73DD3AA7-E60A-496E-BE1A-9585607A5B55}" type="sibTrans" cxnId="{4E4BFB30-E26A-47EB-8E50-E7363D18352A}">
      <dgm:prSet/>
      <dgm:spPr/>
      <dgm:t>
        <a:bodyPr/>
        <a:lstStyle/>
        <a:p>
          <a:endParaRPr lang="en-US"/>
        </a:p>
      </dgm:t>
    </dgm:pt>
    <dgm:pt modelId="{8A52F958-C00F-4637-9B3F-EFA38401DA90}">
      <dgm:prSet/>
      <dgm:spPr>
        <a:solidFill>
          <a:schemeClr val="bg1"/>
        </a:solidFill>
        <a:ln>
          <a:solidFill>
            <a:srgbClr val="00B050"/>
          </a:solidFill>
        </a:ln>
      </dgm:spPr>
      <dgm:t>
        <a:bodyPr/>
        <a:lstStyle/>
        <a:p>
          <a:r>
            <a:rPr lang="en-US" b="1" dirty="0">
              <a:solidFill>
                <a:srgbClr val="00B050"/>
              </a:solidFill>
            </a:rPr>
            <a:t>Eliminate distractions</a:t>
          </a:r>
        </a:p>
      </dgm:t>
    </dgm:pt>
    <dgm:pt modelId="{63B01DE7-1E17-4E01-8F27-C7811BE84CEF}" type="parTrans" cxnId="{2AB9FC35-0A2B-4F75-92B6-580F7FB703CB}">
      <dgm:prSet/>
      <dgm:spPr/>
      <dgm:t>
        <a:bodyPr/>
        <a:lstStyle/>
        <a:p>
          <a:endParaRPr lang="en-US"/>
        </a:p>
      </dgm:t>
    </dgm:pt>
    <dgm:pt modelId="{5FEF33FF-0E98-4B79-85A1-C800C50866C0}" type="sibTrans" cxnId="{2AB9FC35-0A2B-4F75-92B6-580F7FB703CB}">
      <dgm:prSet/>
      <dgm:spPr/>
      <dgm:t>
        <a:bodyPr/>
        <a:lstStyle/>
        <a:p>
          <a:endParaRPr lang="en-US"/>
        </a:p>
      </dgm:t>
    </dgm:pt>
    <dgm:pt modelId="{7753FAA3-1187-4C90-8823-2D17C8B7CBAB}">
      <dgm:prSet/>
      <dgm:spPr/>
      <dgm:t>
        <a:bodyPr/>
        <a:lstStyle/>
        <a:p>
          <a:r>
            <a:rPr lang="en-US" b="1"/>
            <a:t>Learn to say no</a:t>
          </a:r>
          <a:endParaRPr lang="en-US" b="1" dirty="0"/>
        </a:p>
      </dgm:t>
    </dgm:pt>
    <dgm:pt modelId="{E7D10636-4577-4AC9-9916-AA3B68052EE6}" type="parTrans" cxnId="{340B4A42-604B-4454-B0E3-C6AEE8D672DC}">
      <dgm:prSet/>
      <dgm:spPr/>
      <dgm:t>
        <a:bodyPr/>
        <a:lstStyle/>
        <a:p>
          <a:endParaRPr lang="en-US"/>
        </a:p>
      </dgm:t>
    </dgm:pt>
    <dgm:pt modelId="{51AA525F-C548-40FC-95C1-43CF99712B80}" type="sibTrans" cxnId="{340B4A42-604B-4454-B0E3-C6AEE8D672DC}">
      <dgm:prSet/>
      <dgm:spPr/>
      <dgm:t>
        <a:bodyPr/>
        <a:lstStyle/>
        <a:p>
          <a:endParaRPr lang="en-US"/>
        </a:p>
      </dgm:t>
    </dgm:pt>
    <dgm:pt modelId="{33E18577-E1DD-4C5C-92E4-FC5E07784AF9}">
      <dgm:prSet/>
      <dgm:spPr/>
      <dgm:t>
        <a:bodyPr/>
        <a:lstStyle/>
        <a:p>
          <a:r>
            <a:rPr lang="en-US" b="1" dirty="0"/>
            <a:t>Seek </a:t>
          </a:r>
        </a:p>
        <a:p>
          <a:r>
            <a:rPr lang="en-US" b="1" dirty="0"/>
            <a:t>support</a:t>
          </a:r>
        </a:p>
      </dgm:t>
    </dgm:pt>
    <dgm:pt modelId="{20562F98-44D7-4FAB-B643-B9B3422BD35B}" type="parTrans" cxnId="{5B3B9EE9-54FB-4A2C-96C3-A2663D3653C8}">
      <dgm:prSet/>
      <dgm:spPr/>
      <dgm:t>
        <a:bodyPr/>
        <a:lstStyle/>
        <a:p>
          <a:endParaRPr lang="en-US"/>
        </a:p>
      </dgm:t>
    </dgm:pt>
    <dgm:pt modelId="{869ED8A7-AC87-4A3B-97C8-DA89A769BC5D}" type="sibTrans" cxnId="{5B3B9EE9-54FB-4A2C-96C3-A2663D3653C8}">
      <dgm:prSet/>
      <dgm:spPr/>
      <dgm:t>
        <a:bodyPr/>
        <a:lstStyle/>
        <a:p>
          <a:endParaRPr lang="en-US"/>
        </a:p>
      </dgm:t>
    </dgm:pt>
    <dgm:pt modelId="{169692FF-F3DB-4412-AA18-48A6BC45850C}">
      <dgm:prSet/>
      <dgm:spPr>
        <a:solidFill>
          <a:schemeClr val="bg1"/>
        </a:solidFill>
        <a:ln>
          <a:solidFill>
            <a:srgbClr val="00B050"/>
          </a:solidFill>
        </a:ln>
      </dgm:spPr>
      <dgm:t>
        <a:bodyPr/>
        <a:lstStyle/>
        <a:p>
          <a:r>
            <a:rPr lang="en-US" b="1" dirty="0">
              <a:solidFill>
                <a:srgbClr val="00B050"/>
              </a:solidFill>
            </a:rPr>
            <a:t>Stay </a:t>
          </a:r>
        </a:p>
        <a:p>
          <a:r>
            <a:rPr lang="en-US" b="1" dirty="0">
              <a:solidFill>
                <a:srgbClr val="00B050"/>
              </a:solidFill>
            </a:rPr>
            <a:t>organized </a:t>
          </a:r>
        </a:p>
      </dgm:t>
    </dgm:pt>
    <dgm:pt modelId="{AEEEC43A-6087-4828-A4C0-3ECC81A6317D}" type="parTrans" cxnId="{A3C9C8E1-7BB1-431E-B2B1-E8522E27805F}">
      <dgm:prSet/>
      <dgm:spPr/>
      <dgm:t>
        <a:bodyPr/>
        <a:lstStyle/>
        <a:p>
          <a:endParaRPr lang="en-US"/>
        </a:p>
      </dgm:t>
    </dgm:pt>
    <dgm:pt modelId="{3B41E537-E144-4B59-B5D4-02615205B6BD}" type="sibTrans" cxnId="{A3C9C8E1-7BB1-431E-B2B1-E8522E27805F}">
      <dgm:prSet/>
      <dgm:spPr/>
      <dgm:t>
        <a:bodyPr/>
        <a:lstStyle/>
        <a:p>
          <a:endParaRPr lang="en-US"/>
        </a:p>
      </dgm:t>
    </dgm:pt>
    <dgm:pt modelId="{F37FDF0B-AE5A-4DE3-AC19-8DDA4DA4815C}">
      <dgm:prSet/>
      <dgm:spPr/>
      <dgm:t>
        <a:bodyPr/>
        <a:lstStyle/>
        <a:p>
          <a:r>
            <a:rPr lang="en-US" b="1" dirty="0"/>
            <a:t>Practice </a:t>
          </a:r>
        </a:p>
        <a:p>
          <a:r>
            <a:rPr lang="en-US" b="1" dirty="0"/>
            <a:t>self-care</a:t>
          </a:r>
        </a:p>
      </dgm:t>
    </dgm:pt>
    <dgm:pt modelId="{D939D152-B131-4026-8527-413E0891003C}" type="parTrans" cxnId="{512B8D2A-E730-4117-842B-FEA4885D8E41}">
      <dgm:prSet/>
      <dgm:spPr/>
      <dgm:t>
        <a:bodyPr/>
        <a:lstStyle/>
        <a:p>
          <a:endParaRPr lang="en-US"/>
        </a:p>
      </dgm:t>
    </dgm:pt>
    <dgm:pt modelId="{77F2C5E8-16DA-4FA3-868D-E082DBC37739}" type="sibTrans" cxnId="{512B8D2A-E730-4117-842B-FEA4885D8E41}">
      <dgm:prSet/>
      <dgm:spPr/>
      <dgm:t>
        <a:bodyPr/>
        <a:lstStyle/>
        <a:p>
          <a:endParaRPr lang="en-US"/>
        </a:p>
      </dgm:t>
    </dgm:pt>
    <dgm:pt modelId="{00EA1B33-C9F1-4C45-B17C-99DA69DFC91C}" type="pres">
      <dgm:prSet presAssocID="{4BD798F9-F975-4814-AAE2-05B0DDA794FE}" presName="diagram" presStyleCnt="0">
        <dgm:presLayoutVars>
          <dgm:dir/>
          <dgm:resizeHandles val="exact"/>
        </dgm:presLayoutVars>
      </dgm:prSet>
      <dgm:spPr/>
    </dgm:pt>
    <dgm:pt modelId="{6363DE0A-3E5E-4323-9972-B0A468275CF7}" type="pres">
      <dgm:prSet presAssocID="{430F5F72-CD18-4461-A218-98D94143AD60}" presName="node" presStyleLbl="node1" presStyleIdx="0" presStyleCnt="9">
        <dgm:presLayoutVars>
          <dgm:bulletEnabled val="1"/>
        </dgm:presLayoutVars>
      </dgm:prSet>
      <dgm:spPr/>
    </dgm:pt>
    <dgm:pt modelId="{F3DE62F7-EEF8-4A86-905D-FFAC1780D4BF}" type="pres">
      <dgm:prSet presAssocID="{5F098491-ACED-4360-AA75-DB587F01D0A0}" presName="sibTrans" presStyleCnt="0"/>
      <dgm:spPr/>
    </dgm:pt>
    <dgm:pt modelId="{D1645B7F-1156-4575-840F-E81B5954A310}" type="pres">
      <dgm:prSet presAssocID="{B2543230-24B9-40FC-A501-5861A3E4D0E3}" presName="node" presStyleLbl="node1" presStyleIdx="1" presStyleCnt="9">
        <dgm:presLayoutVars>
          <dgm:bulletEnabled val="1"/>
        </dgm:presLayoutVars>
      </dgm:prSet>
      <dgm:spPr/>
    </dgm:pt>
    <dgm:pt modelId="{958EBF95-2BCD-4111-BAB8-5FE576E24A4E}" type="pres">
      <dgm:prSet presAssocID="{618CA6C5-EE35-493B-B737-25E43B564EC8}" presName="sibTrans" presStyleCnt="0"/>
      <dgm:spPr/>
    </dgm:pt>
    <dgm:pt modelId="{03745459-10DA-4CE3-86B4-BFBEF4EA133E}" type="pres">
      <dgm:prSet presAssocID="{B17B8203-D73E-4221-9098-684D99EB1C00}" presName="node" presStyleLbl="node1" presStyleIdx="2" presStyleCnt="9">
        <dgm:presLayoutVars>
          <dgm:bulletEnabled val="1"/>
        </dgm:presLayoutVars>
      </dgm:prSet>
      <dgm:spPr/>
    </dgm:pt>
    <dgm:pt modelId="{80E9DBB4-69B7-421B-B8FC-461C4C1C6F82}" type="pres">
      <dgm:prSet presAssocID="{CCDE3E10-AF10-4094-9C6E-B19DB9653442}" presName="sibTrans" presStyleCnt="0"/>
      <dgm:spPr/>
    </dgm:pt>
    <dgm:pt modelId="{507D5D5D-40DC-4054-B4CE-375C06C8C6E7}" type="pres">
      <dgm:prSet presAssocID="{02E37D9B-B257-464E-803D-6652F7D29B6D}" presName="node" presStyleLbl="node1" presStyleIdx="3" presStyleCnt="9">
        <dgm:presLayoutVars>
          <dgm:bulletEnabled val="1"/>
        </dgm:presLayoutVars>
      </dgm:prSet>
      <dgm:spPr/>
    </dgm:pt>
    <dgm:pt modelId="{58454F63-64F7-4529-B918-29D057A9B2EE}" type="pres">
      <dgm:prSet presAssocID="{73DD3AA7-E60A-496E-BE1A-9585607A5B55}" presName="sibTrans" presStyleCnt="0"/>
      <dgm:spPr/>
    </dgm:pt>
    <dgm:pt modelId="{C22B2202-D37D-4BFC-A013-62070F557168}" type="pres">
      <dgm:prSet presAssocID="{8A52F958-C00F-4637-9B3F-EFA38401DA90}" presName="node" presStyleLbl="node1" presStyleIdx="4" presStyleCnt="9">
        <dgm:presLayoutVars>
          <dgm:bulletEnabled val="1"/>
        </dgm:presLayoutVars>
      </dgm:prSet>
      <dgm:spPr/>
    </dgm:pt>
    <dgm:pt modelId="{F49AB35D-72A8-4022-B721-4283F90DEF59}" type="pres">
      <dgm:prSet presAssocID="{5FEF33FF-0E98-4B79-85A1-C800C50866C0}" presName="sibTrans" presStyleCnt="0"/>
      <dgm:spPr/>
    </dgm:pt>
    <dgm:pt modelId="{E65AB420-D1F8-4C4B-B076-D651C50A1ED0}" type="pres">
      <dgm:prSet presAssocID="{7753FAA3-1187-4C90-8823-2D17C8B7CBAB}" presName="node" presStyleLbl="node1" presStyleIdx="5" presStyleCnt="9">
        <dgm:presLayoutVars>
          <dgm:bulletEnabled val="1"/>
        </dgm:presLayoutVars>
      </dgm:prSet>
      <dgm:spPr/>
    </dgm:pt>
    <dgm:pt modelId="{87A45EBD-314E-4FC1-8D1C-3BF491C90598}" type="pres">
      <dgm:prSet presAssocID="{51AA525F-C548-40FC-95C1-43CF99712B80}" presName="sibTrans" presStyleCnt="0"/>
      <dgm:spPr/>
    </dgm:pt>
    <dgm:pt modelId="{35617F01-DEC2-4842-B47C-2DBF57BCA23C}" type="pres">
      <dgm:prSet presAssocID="{33E18577-E1DD-4C5C-92E4-FC5E07784AF9}" presName="node" presStyleLbl="node1" presStyleIdx="6" presStyleCnt="9">
        <dgm:presLayoutVars>
          <dgm:bulletEnabled val="1"/>
        </dgm:presLayoutVars>
      </dgm:prSet>
      <dgm:spPr/>
    </dgm:pt>
    <dgm:pt modelId="{E68154E5-CDF2-4C75-8BA2-E9FF11C2D50D}" type="pres">
      <dgm:prSet presAssocID="{869ED8A7-AC87-4A3B-97C8-DA89A769BC5D}" presName="sibTrans" presStyleCnt="0"/>
      <dgm:spPr/>
    </dgm:pt>
    <dgm:pt modelId="{E560081B-C339-4C3D-9401-2041AF585EEE}" type="pres">
      <dgm:prSet presAssocID="{169692FF-F3DB-4412-AA18-48A6BC45850C}" presName="node" presStyleLbl="node1" presStyleIdx="7" presStyleCnt="9">
        <dgm:presLayoutVars>
          <dgm:bulletEnabled val="1"/>
        </dgm:presLayoutVars>
      </dgm:prSet>
      <dgm:spPr/>
    </dgm:pt>
    <dgm:pt modelId="{CECB8D21-7205-44B2-ACD8-CFA53D22EF3A}" type="pres">
      <dgm:prSet presAssocID="{3B41E537-E144-4B59-B5D4-02615205B6BD}" presName="sibTrans" presStyleCnt="0"/>
      <dgm:spPr/>
    </dgm:pt>
    <dgm:pt modelId="{ED486408-95A8-4BC9-AAB6-B9A1D00A1F63}" type="pres">
      <dgm:prSet presAssocID="{F37FDF0B-AE5A-4DE3-AC19-8DDA4DA4815C}" presName="node" presStyleLbl="node1" presStyleIdx="8" presStyleCnt="9">
        <dgm:presLayoutVars>
          <dgm:bulletEnabled val="1"/>
        </dgm:presLayoutVars>
      </dgm:prSet>
      <dgm:spPr/>
    </dgm:pt>
  </dgm:ptLst>
  <dgm:cxnLst>
    <dgm:cxn modelId="{8BB8D905-0025-4457-9F37-676831631624}" type="presOf" srcId="{169692FF-F3DB-4412-AA18-48A6BC45850C}" destId="{E560081B-C339-4C3D-9401-2041AF585EEE}" srcOrd="0" destOrd="0" presId="urn:microsoft.com/office/officeart/2005/8/layout/default"/>
    <dgm:cxn modelId="{FA69352A-A0AE-40BB-B49D-5675FC5BF0B6}" type="presOf" srcId="{02E37D9B-B257-464E-803D-6652F7D29B6D}" destId="{507D5D5D-40DC-4054-B4CE-375C06C8C6E7}" srcOrd="0" destOrd="0" presId="urn:microsoft.com/office/officeart/2005/8/layout/default"/>
    <dgm:cxn modelId="{512B8D2A-E730-4117-842B-FEA4885D8E41}" srcId="{4BD798F9-F975-4814-AAE2-05B0DDA794FE}" destId="{F37FDF0B-AE5A-4DE3-AC19-8DDA4DA4815C}" srcOrd="8" destOrd="0" parTransId="{D939D152-B131-4026-8527-413E0891003C}" sibTransId="{77F2C5E8-16DA-4FA3-868D-E082DBC37739}"/>
    <dgm:cxn modelId="{4E4BFB30-E26A-47EB-8E50-E7363D18352A}" srcId="{4BD798F9-F975-4814-AAE2-05B0DDA794FE}" destId="{02E37D9B-B257-464E-803D-6652F7D29B6D}" srcOrd="3" destOrd="0" parTransId="{F20FCCD2-712E-431B-9A14-EAB21C4BFEC6}" sibTransId="{73DD3AA7-E60A-496E-BE1A-9585607A5B55}"/>
    <dgm:cxn modelId="{2AB9FC35-0A2B-4F75-92B6-580F7FB703CB}" srcId="{4BD798F9-F975-4814-AAE2-05B0DDA794FE}" destId="{8A52F958-C00F-4637-9B3F-EFA38401DA90}" srcOrd="4" destOrd="0" parTransId="{63B01DE7-1E17-4E01-8F27-C7811BE84CEF}" sibTransId="{5FEF33FF-0E98-4B79-85A1-C800C50866C0}"/>
    <dgm:cxn modelId="{340B4A42-604B-4454-B0E3-C6AEE8D672DC}" srcId="{4BD798F9-F975-4814-AAE2-05B0DDA794FE}" destId="{7753FAA3-1187-4C90-8823-2D17C8B7CBAB}" srcOrd="5" destOrd="0" parTransId="{E7D10636-4577-4AC9-9916-AA3B68052EE6}" sibTransId="{51AA525F-C548-40FC-95C1-43CF99712B80}"/>
    <dgm:cxn modelId="{2C1ED854-1FA6-461F-8AB1-FF668731CBCE}" srcId="{4BD798F9-F975-4814-AAE2-05B0DDA794FE}" destId="{430F5F72-CD18-4461-A218-98D94143AD60}" srcOrd="0" destOrd="0" parTransId="{5A00B606-E667-43B2-BE87-D81C9B34BD8A}" sibTransId="{5F098491-ACED-4360-AA75-DB587F01D0A0}"/>
    <dgm:cxn modelId="{158C7257-A9E3-41A2-B463-C1A1475E2603}" type="presOf" srcId="{B2543230-24B9-40FC-A501-5861A3E4D0E3}" destId="{D1645B7F-1156-4575-840F-E81B5954A310}" srcOrd="0" destOrd="0" presId="urn:microsoft.com/office/officeart/2005/8/layout/default"/>
    <dgm:cxn modelId="{C274FD86-51C3-400C-B7BF-95F823E8DA3F}" srcId="{4BD798F9-F975-4814-AAE2-05B0DDA794FE}" destId="{B17B8203-D73E-4221-9098-684D99EB1C00}" srcOrd="2" destOrd="0" parTransId="{6BC6EF40-8C38-4C64-A490-52EE1CFD45D4}" sibTransId="{CCDE3E10-AF10-4094-9C6E-B19DB9653442}"/>
    <dgm:cxn modelId="{87BF558D-7867-47AE-9E8A-865F8B32FAD1}" type="presOf" srcId="{B17B8203-D73E-4221-9098-684D99EB1C00}" destId="{03745459-10DA-4CE3-86B4-BFBEF4EA133E}" srcOrd="0" destOrd="0" presId="urn:microsoft.com/office/officeart/2005/8/layout/default"/>
    <dgm:cxn modelId="{38672995-8678-4BFB-A46E-137A7FA3C36A}" type="presOf" srcId="{430F5F72-CD18-4461-A218-98D94143AD60}" destId="{6363DE0A-3E5E-4323-9972-B0A468275CF7}" srcOrd="0" destOrd="0" presId="urn:microsoft.com/office/officeart/2005/8/layout/default"/>
    <dgm:cxn modelId="{46B73EBA-9151-4E41-9019-DF50A279FF1F}" type="presOf" srcId="{33E18577-E1DD-4C5C-92E4-FC5E07784AF9}" destId="{35617F01-DEC2-4842-B47C-2DBF57BCA23C}" srcOrd="0" destOrd="0" presId="urn:microsoft.com/office/officeart/2005/8/layout/default"/>
    <dgm:cxn modelId="{BCE560CC-AC77-4769-A992-38F38EA09EC2}" type="presOf" srcId="{7753FAA3-1187-4C90-8823-2D17C8B7CBAB}" destId="{E65AB420-D1F8-4C4B-B076-D651C50A1ED0}" srcOrd="0" destOrd="0" presId="urn:microsoft.com/office/officeart/2005/8/layout/default"/>
    <dgm:cxn modelId="{C66225D0-0297-438B-A998-F267C8A7845F}" srcId="{4BD798F9-F975-4814-AAE2-05B0DDA794FE}" destId="{B2543230-24B9-40FC-A501-5861A3E4D0E3}" srcOrd="1" destOrd="0" parTransId="{2A30C599-8130-4E58-AEBD-1D7C4D1137FA}" sibTransId="{618CA6C5-EE35-493B-B737-25E43B564EC8}"/>
    <dgm:cxn modelId="{A3C9C8E1-7BB1-431E-B2B1-E8522E27805F}" srcId="{4BD798F9-F975-4814-AAE2-05B0DDA794FE}" destId="{169692FF-F3DB-4412-AA18-48A6BC45850C}" srcOrd="7" destOrd="0" parTransId="{AEEEC43A-6087-4828-A4C0-3ECC81A6317D}" sibTransId="{3B41E537-E144-4B59-B5D4-02615205B6BD}"/>
    <dgm:cxn modelId="{30EA78E7-39CC-41E7-A7A3-9A4E257C1490}" type="presOf" srcId="{F37FDF0B-AE5A-4DE3-AC19-8DDA4DA4815C}" destId="{ED486408-95A8-4BC9-AAB6-B9A1D00A1F63}" srcOrd="0" destOrd="0" presId="urn:microsoft.com/office/officeart/2005/8/layout/default"/>
    <dgm:cxn modelId="{5B3B9EE9-54FB-4A2C-96C3-A2663D3653C8}" srcId="{4BD798F9-F975-4814-AAE2-05B0DDA794FE}" destId="{33E18577-E1DD-4C5C-92E4-FC5E07784AF9}" srcOrd="6" destOrd="0" parTransId="{20562F98-44D7-4FAB-B643-B9B3422BD35B}" sibTransId="{869ED8A7-AC87-4A3B-97C8-DA89A769BC5D}"/>
    <dgm:cxn modelId="{F66FE7F1-FC44-4AD2-8D73-3D503C676D97}" type="presOf" srcId="{8A52F958-C00F-4637-9B3F-EFA38401DA90}" destId="{C22B2202-D37D-4BFC-A013-62070F557168}" srcOrd="0" destOrd="0" presId="urn:microsoft.com/office/officeart/2005/8/layout/default"/>
    <dgm:cxn modelId="{613174F3-38C4-4F3A-94CB-B320C9CE4EAE}" type="presOf" srcId="{4BD798F9-F975-4814-AAE2-05B0DDA794FE}" destId="{00EA1B33-C9F1-4C45-B17C-99DA69DFC91C}" srcOrd="0" destOrd="0" presId="urn:microsoft.com/office/officeart/2005/8/layout/default"/>
    <dgm:cxn modelId="{EC10F00E-1082-4C0D-8E2A-EB84FB9EC01D}" type="presParOf" srcId="{00EA1B33-C9F1-4C45-B17C-99DA69DFC91C}" destId="{6363DE0A-3E5E-4323-9972-B0A468275CF7}" srcOrd="0" destOrd="0" presId="urn:microsoft.com/office/officeart/2005/8/layout/default"/>
    <dgm:cxn modelId="{AB6C4211-1787-4975-82DA-70944899D4DB}" type="presParOf" srcId="{00EA1B33-C9F1-4C45-B17C-99DA69DFC91C}" destId="{F3DE62F7-EEF8-4A86-905D-FFAC1780D4BF}" srcOrd="1" destOrd="0" presId="urn:microsoft.com/office/officeart/2005/8/layout/default"/>
    <dgm:cxn modelId="{0E464396-BCF4-4F01-9CEE-3BB5A294235D}" type="presParOf" srcId="{00EA1B33-C9F1-4C45-B17C-99DA69DFC91C}" destId="{D1645B7F-1156-4575-840F-E81B5954A310}" srcOrd="2" destOrd="0" presId="urn:microsoft.com/office/officeart/2005/8/layout/default"/>
    <dgm:cxn modelId="{9C78A223-27FD-4216-955D-B87E9CC1291B}" type="presParOf" srcId="{00EA1B33-C9F1-4C45-B17C-99DA69DFC91C}" destId="{958EBF95-2BCD-4111-BAB8-5FE576E24A4E}" srcOrd="3" destOrd="0" presId="urn:microsoft.com/office/officeart/2005/8/layout/default"/>
    <dgm:cxn modelId="{73DB7EE5-B5AF-4670-A18D-6C222ED200EE}" type="presParOf" srcId="{00EA1B33-C9F1-4C45-B17C-99DA69DFC91C}" destId="{03745459-10DA-4CE3-86B4-BFBEF4EA133E}" srcOrd="4" destOrd="0" presId="urn:microsoft.com/office/officeart/2005/8/layout/default"/>
    <dgm:cxn modelId="{8B243F04-B854-4B9A-B7CB-0041704DEB3B}" type="presParOf" srcId="{00EA1B33-C9F1-4C45-B17C-99DA69DFC91C}" destId="{80E9DBB4-69B7-421B-B8FC-461C4C1C6F82}" srcOrd="5" destOrd="0" presId="urn:microsoft.com/office/officeart/2005/8/layout/default"/>
    <dgm:cxn modelId="{03B2B470-17E4-4246-82C5-7C4D750B2B09}" type="presParOf" srcId="{00EA1B33-C9F1-4C45-B17C-99DA69DFC91C}" destId="{507D5D5D-40DC-4054-B4CE-375C06C8C6E7}" srcOrd="6" destOrd="0" presId="urn:microsoft.com/office/officeart/2005/8/layout/default"/>
    <dgm:cxn modelId="{B2833B64-8C63-44B7-81B6-E68AC4098B5D}" type="presParOf" srcId="{00EA1B33-C9F1-4C45-B17C-99DA69DFC91C}" destId="{58454F63-64F7-4529-B918-29D057A9B2EE}" srcOrd="7" destOrd="0" presId="urn:microsoft.com/office/officeart/2005/8/layout/default"/>
    <dgm:cxn modelId="{84C1C401-67FF-4F2E-8199-D809C2D49AC3}" type="presParOf" srcId="{00EA1B33-C9F1-4C45-B17C-99DA69DFC91C}" destId="{C22B2202-D37D-4BFC-A013-62070F557168}" srcOrd="8" destOrd="0" presId="urn:microsoft.com/office/officeart/2005/8/layout/default"/>
    <dgm:cxn modelId="{B6474AA8-CB96-4701-8626-0B2868693B0E}" type="presParOf" srcId="{00EA1B33-C9F1-4C45-B17C-99DA69DFC91C}" destId="{F49AB35D-72A8-4022-B721-4283F90DEF59}" srcOrd="9" destOrd="0" presId="urn:microsoft.com/office/officeart/2005/8/layout/default"/>
    <dgm:cxn modelId="{BCB32B91-8CC7-4C5E-88FB-C3EDEBB14384}" type="presParOf" srcId="{00EA1B33-C9F1-4C45-B17C-99DA69DFC91C}" destId="{E65AB420-D1F8-4C4B-B076-D651C50A1ED0}" srcOrd="10" destOrd="0" presId="urn:microsoft.com/office/officeart/2005/8/layout/default"/>
    <dgm:cxn modelId="{D3D24BC0-1F31-456B-8D36-0454F2417D62}" type="presParOf" srcId="{00EA1B33-C9F1-4C45-B17C-99DA69DFC91C}" destId="{87A45EBD-314E-4FC1-8D1C-3BF491C90598}" srcOrd="11" destOrd="0" presId="urn:microsoft.com/office/officeart/2005/8/layout/default"/>
    <dgm:cxn modelId="{1A567F8F-8220-43AC-A341-A7A5DF5DAC19}" type="presParOf" srcId="{00EA1B33-C9F1-4C45-B17C-99DA69DFC91C}" destId="{35617F01-DEC2-4842-B47C-2DBF57BCA23C}" srcOrd="12" destOrd="0" presId="urn:microsoft.com/office/officeart/2005/8/layout/default"/>
    <dgm:cxn modelId="{2E96EFDA-DF37-4454-AD24-3F7ED524F4A0}" type="presParOf" srcId="{00EA1B33-C9F1-4C45-B17C-99DA69DFC91C}" destId="{E68154E5-CDF2-4C75-8BA2-E9FF11C2D50D}" srcOrd="13" destOrd="0" presId="urn:microsoft.com/office/officeart/2005/8/layout/default"/>
    <dgm:cxn modelId="{91FF964B-6A7F-4457-8FE7-AA9A7857036E}" type="presParOf" srcId="{00EA1B33-C9F1-4C45-B17C-99DA69DFC91C}" destId="{E560081B-C339-4C3D-9401-2041AF585EEE}" srcOrd="14" destOrd="0" presId="urn:microsoft.com/office/officeart/2005/8/layout/default"/>
    <dgm:cxn modelId="{FC25EF79-DE15-40C4-8D5D-665E4D9DF46D}" type="presParOf" srcId="{00EA1B33-C9F1-4C45-B17C-99DA69DFC91C}" destId="{CECB8D21-7205-44B2-ACD8-CFA53D22EF3A}" srcOrd="15" destOrd="0" presId="urn:microsoft.com/office/officeart/2005/8/layout/default"/>
    <dgm:cxn modelId="{1F5BD891-30D1-4F1D-A94B-CDC1441A18B4}" type="presParOf" srcId="{00EA1B33-C9F1-4C45-B17C-99DA69DFC91C}" destId="{ED486408-95A8-4BC9-AAB6-B9A1D00A1F63}"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3DE0A-3E5E-4323-9972-B0A468275CF7}">
      <dsp:nvSpPr>
        <dsp:cNvPr id="0" name=""/>
        <dsp:cNvSpPr/>
      </dsp:nvSpPr>
      <dsp:spPr>
        <a:xfrm>
          <a:off x="711249" y="1354"/>
          <a:ext cx="3067812" cy="184068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God owns </a:t>
          </a:r>
        </a:p>
        <a:p>
          <a:pPr marL="0" lvl="0" indent="0" algn="ctr" defTabSz="1778000">
            <a:lnSpc>
              <a:spcPct val="90000"/>
            </a:lnSpc>
            <a:spcBef>
              <a:spcPct val="0"/>
            </a:spcBef>
            <a:spcAft>
              <a:spcPct val="35000"/>
            </a:spcAft>
            <a:buNone/>
          </a:pPr>
          <a:r>
            <a:rPr lang="en-US" sz="4000" b="1" kern="1200" dirty="0"/>
            <a:t>your time</a:t>
          </a:r>
          <a:endParaRPr lang="en-US" sz="4000" kern="1200" dirty="0"/>
        </a:p>
      </dsp:txBody>
      <dsp:txXfrm>
        <a:off x="711249" y="1354"/>
        <a:ext cx="3067812" cy="1840687"/>
      </dsp:txXfrm>
    </dsp:sp>
    <dsp:sp modelId="{D1645B7F-1156-4575-840F-E81B5954A310}">
      <dsp:nvSpPr>
        <dsp:cNvPr id="0" name=""/>
        <dsp:cNvSpPr/>
      </dsp:nvSpPr>
      <dsp:spPr>
        <a:xfrm>
          <a:off x="4085843" y="1354"/>
          <a:ext cx="3067812" cy="1840687"/>
        </a:xfrm>
        <a:prstGeom prst="rect">
          <a:avLst/>
        </a:prstGeom>
        <a:solidFill>
          <a:schemeClr val="bg1"/>
        </a:solidFill>
        <a:ln w="19050" cap="rnd"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00B050"/>
              </a:solidFill>
            </a:rPr>
            <a:t>Prioritize </a:t>
          </a:r>
        </a:p>
        <a:p>
          <a:pPr marL="0" lvl="0" indent="0" algn="ctr" defTabSz="1778000">
            <a:lnSpc>
              <a:spcPct val="90000"/>
            </a:lnSpc>
            <a:spcBef>
              <a:spcPct val="0"/>
            </a:spcBef>
            <a:spcAft>
              <a:spcPct val="35000"/>
            </a:spcAft>
            <a:buNone/>
          </a:pPr>
          <a:r>
            <a:rPr lang="en-US" sz="4000" b="1" kern="1200" dirty="0">
              <a:solidFill>
                <a:srgbClr val="00B050"/>
              </a:solidFill>
            </a:rPr>
            <a:t>tasks </a:t>
          </a:r>
        </a:p>
      </dsp:txBody>
      <dsp:txXfrm>
        <a:off x="4085843" y="1354"/>
        <a:ext cx="3067812" cy="1840687"/>
      </dsp:txXfrm>
    </dsp:sp>
    <dsp:sp modelId="{03745459-10DA-4CE3-86B4-BFBEF4EA133E}">
      <dsp:nvSpPr>
        <dsp:cNvPr id="0" name=""/>
        <dsp:cNvSpPr/>
      </dsp:nvSpPr>
      <dsp:spPr>
        <a:xfrm>
          <a:off x="7460437" y="1354"/>
          <a:ext cx="3067812" cy="184068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Create a schedule</a:t>
          </a:r>
        </a:p>
      </dsp:txBody>
      <dsp:txXfrm>
        <a:off x="7460437" y="1354"/>
        <a:ext cx="3067812" cy="1840687"/>
      </dsp:txXfrm>
    </dsp:sp>
    <dsp:sp modelId="{507D5D5D-40DC-4054-B4CE-375C06C8C6E7}">
      <dsp:nvSpPr>
        <dsp:cNvPr id="0" name=""/>
        <dsp:cNvSpPr/>
      </dsp:nvSpPr>
      <dsp:spPr>
        <a:xfrm>
          <a:off x="711249" y="2148823"/>
          <a:ext cx="3067812" cy="1840687"/>
        </a:xfrm>
        <a:prstGeom prst="rect">
          <a:avLst/>
        </a:prstGeom>
        <a:solidFill>
          <a:schemeClr val="bg1"/>
        </a:solidFill>
        <a:ln w="19050" cap="rnd"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00B050"/>
              </a:solidFill>
            </a:rPr>
            <a:t>Set SMART goals </a:t>
          </a:r>
        </a:p>
      </dsp:txBody>
      <dsp:txXfrm>
        <a:off x="711249" y="2148823"/>
        <a:ext cx="3067812" cy="1840687"/>
      </dsp:txXfrm>
    </dsp:sp>
    <dsp:sp modelId="{C22B2202-D37D-4BFC-A013-62070F557168}">
      <dsp:nvSpPr>
        <dsp:cNvPr id="0" name=""/>
        <dsp:cNvSpPr/>
      </dsp:nvSpPr>
      <dsp:spPr>
        <a:xfrm>
          <a:off x="4085843" y="2148823"/>
          <a:ext cx="3067812" cy="1840687"/>
        </a:xfrm>
        <a:prstGeom prst="rect">
          <a:avLst/>
        </a:prstGeom>
        <a:solidFill>
          <a:schemeClr val="bg1"/>
        </a:solidFill>
        <a:ln w="19050" cap="rnd"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00B050"/>
              </a:solidFill>
            </a:rPr>
            <a:t>Eliminate distractions</a:t>
          </a:r>
        </a:p>
      </dsp:txBody>
      <dsp:txXfrm>
        <a:off x="4085843" y="2148823"/>
        <a:ext cx="3067812" cy="1840687"/>
      </dsp:txXfrm>
    </dsp:sp>
    <dsp:sp modelId="{E65AB420-D1F8-4C4B-B076-D651C50A1ED0}">
      <dsp:nvSpPr>
        <dsp:cNvPr id="0" name=""/>
        <dsp:cNvSpPr/>
      </dsp:nvSpPr>
      <dsp:spPr>
        <a:xfrm>
          <a:off x="7460437" y="2148823"/>
          <a:ext cx="3067812" cy="184068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a:t>Learn to say no</a:t>
          </a:r>
          <a:endParaRPr lang="en-US" sz="4000" b="1" kern="1200" dirty="0"/>
        </a:p>
      </dsp:txBody>
      <dsp:txXfrm>
        <a:off x="7460437" y="2148823"/>
        <a:ext cx="3067812" cy="1840687"/>
      </dsp:txXfrm>
    </dsp:sp>
    <dsp:sp modelId="{35617F01-DEC2-4842-B47C-2DBF57BCA23C}">
      <dsp:nvSpPr>
        <dsp:cNvPr id="0" name=""/>
        <dsp:cNvSpPr/>
      </dsp:nvSpPr>
      <dsp:spPr>
        <a:xfrm>
          <a:off x="711249" y="4296292"/>
          <a:ext cx="3067812" cy="184068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Seek </a:t>
          </a:r>
        </a:p>
        <a:p>
          <a:pPr marL="0" lvl="0" indent="0" algn="ctr" defTabSz="1778000">
            <a:lnSpc>
              <a:spcPct val="90000"/>
            </a:lnSpc>
            <a:spcBef>
              <a:spcPct val="0"/>
            </a:spcBef>
            <a:spcAft>
              <a:spcPct val="35000"/>
            </a:spcAft>
            <a:buNone/>
          </a:pPr>
          <a:r>
            <a:rPr lang="en-US" sz="4000" b="1" kern="1200" dirty="0"/>
            <a:t>support</a:t>
          </a:r>
        </a:p>
      </dsp:txBody>
      <dsp:txXfrm>
        <a:off x="711249" y="4296292"/>
        <a:ext cx="3067812" cy="1840687"/>
      </dsp:txXfrm>
    </dsp:sp>
    <dsp:sp modelId="{E560081B-C339-4C3D-9401-2041AF585EEE}">
      <dsp:nvSpPr>
        <dsp:cNvPr id="0" name=""/>
        <dsp:cNvSpPr/>
      </dsp:nvSpPr>
      <dsp:spPr>
        <a:xfrm>
          <a:off x="4085843" y="4296292"/>
          <a:ext cx="3067812" cy="1840687"/>
        </a:xfrm>
        <a:prstGeom prst="rect">
          <a:avLst/>
        </a:prstGeom>
        <a:solidFill>
          <a:schemeClr val="bg1"/>
        </a:solidFill>
        <a:ln w="19050" cap="rnd"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00B050"/>
              </a:solidFill>
            </a:rPr>
            <a:t>Stay </a:t>
          </a:r>
        </a:p>
        <a:p>
          <a:pPr marL="0" lvl="0" indent="0" algn="ctr" defTabSz="1778000">
            <a:lnSpc>
              <a:spcPct val="90000"/>
            </a:lnSpc>
            <a:spcBef>
              <a:spcPct val="0"/>
            </a:spcBef>
            <a:spcAft>
              <a:spcPct val="35000"/>
            </a:spcAft>
            <a:buNone/>
          </a:pPr>
          <a:r>
            <a:rPr lang="en-US" sz="4000" b="1" kern="1200" dirty="0">
              <a:solidFill>
                <a:srgbClr val="00B050"/>
              </a:solidFill>
            </a:rPr>
            <a:t>organized </a:t>
          </a:r>
        </a:p>
      </dsp:txBody>
      <dsp:txXfrm>
        <a:off x="4085843" y="4296292"/>
        <a:ext cx="3067812" cy="1840687"/>
      </dsp:txXfrm>
    </dsp:sp>
    <dsp:sp modelId="{ED486408-95A8-4BC9-AAB6-B9A1D00A1F63}">
      <dsp:nvSpPr>
        <dsp:cNvPr id="0" name=""/>
        <dsp:cNvSpPr/>
      </dsp:nvSpPr>
      <dsp:spPr>
        <a:xfrm>
          <a:off x="7460437" y="4296292"/>
          <a:ext cx="3067812" cy="184068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Practice </a:t>
          </a:r>
        </a:p>
        <a:p>
          <a:pPr marL="0" lvl="0" indent="0" algn="ctr" defTabSz="1778000">
            <a:lnSpc>
              <a:spcPct val="90000"/>
            </a:lnSpc>
            <a:spcBef>
              <a:spcPct val="0"/>
            </a:spcBef>
            <a:spcAft>
              <a:spcPct val="35000"/>
            </a:spcAft>
            <a:buNone/>
          </a:pPr>
          <a:r>
            <a:rPr lang="en-US" sz="4000" b="1" kern="1200" dirty="0"/>
            <a:t>self-care</a:t>
          </a:r>
        </a:p>
      </dsp:txBody>
      <dsp:txXfrm>
        <a:off x="7460437" y="4296292"/>
        <a:ext cx="3067812" cy="184068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281982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3377261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2032845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D964CE-659F-4F17-8327-645F841663B6}"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93213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D964CE-659F-4F17-8327-645F841663B6}"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3220100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D964CE-659F-4F17-8327-645F841663B6}"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430839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D964CE-659F-4F17-8327-645F841663B6}"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1428501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964CE-659F-4F17-8327-645F841663B6}"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3202674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D964CE-659F-4F17-8327-645F841663B6}"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1106415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4084109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23299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3341671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6294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2544636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1085096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D964CE-659F-4F17-8327-645F841663B6}"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6FF51-D6D2-45F1-9148-057BA99E8433}" type="slidenum">
              <a:rPr lang="en-US" smtClean="0"/>
              <a:t>‹#›</a:t>
            </a:fld>
            <a:endParaRPr lang="en-US"/>
          </a:p>
        </p:txBody>
      </p:sp>
    </p:spTree>
    <p:extLst>
      <p:ext uri="{BB962C8B-B14F-4D97-AF65-F5344CB8AC3E}">
        <p14:creationId xmlns:p14="http://schemas.microsoft.com/office/powerpoint/2010/main" val="902800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6D964CE-659F-4F17-8327-645F841663B6}" type="datetimeFigureOut">
              <a:rPr lang="en-US" smtClean="0"/>
              <a:t>11/4/2025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FD6FF51-D6D2-45F1-9148-057BA99E8433}" type="slidenum">
              <a:rPr lang="en-US" smtClean="0"/>
              <a:t>‹#›</a:t>
            </a:fld>
            <a:endParaRPr lang="en-US"/>
          </a:p>
        </p:txBody>
      </p:sp>
    </p:spTree>
    <p:extLst>
      <p:ext uri="{BB962C8B-B14F-4D97-AF65-F5344CB8AC3E}">
        <p14:creationId xmlns:p14="http://schemas.microsoft.com/office/powerpoint/2010/main" val="671201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 y="1"/>
            <a:ext cx="4380613" cy="1420486"/>
          </a:xfrm>
          <a:prstGeom prst="rect">
            <a:avLst/>
          </a:prstGeom>
          <a:solidFill>
            <a:srgbClr val="00B050"/>
          </a:solidFill>
        </p:spPr>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buNone/>
              <a:defRPr/>
            </a:pP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LANDMARK</a:t>
            </a:r>
            <a:endPar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4696360" y="0"/>
            <a:ext cx="1323014" cy="1406692"/>
          </a:xfrm>
          <a:prstGeom prst="rect">
            <a:avLst/>
          </a:prstGeom>
          <a:noFill/>
        </p:spPr>
      </p:pic>
      <p:pic>
        <p:nvPicPr>
          <p:cNvPr id="9" name="Picture 8"/>
          <p:cNvPicPr>
            <a:picLocks noChangeAspect="1"/>
          </p:cNvPicPr>
          <p:nvPr/>
        </p:nvPicPr>
        <p:blipFill>
          <a:blip r:embed="rId3"/>
          <a:stretch>
            <a:fillRect/>
          </a:stretch>
        </p:blipFill>
        <p:spPr>
          <a:xfrm>
            <a:off x="6082595" y="457200"/>
            <a:ext cx="1534678" cy="562577"/>
          </a:xfrm>
          <a:prstGeom prst="rect">
            <a:avLst/>
          </a:prstGeom>
        </p:spPr>
      </p:pic>
      <p:sp>
        <p:nvSpPr>
          <p:cNvPr id="10" name="Title 1"/>
          <p:cNvSpPr>
            <a:spLocks noGrp="1"/>
          </p:cNvSpPr>
          <p:nvPr>
            <p:ph type="ctrTitle"/>
          </p:nvPr>
        </p:nvSpPr>
        <p:spPr>
          <a:xfrm>
            <a:off x="0" y="1420487"/>
            <a:ext cx="12192000" cy="3380113"/>
          </a:xfrm>
          <a:solidFill>
            <a:schemeClr val="accent2">
              <a:lumMod val="50000"/>
            </a:schemeClr>
          </a:solidFill>
          <a:ln>
            <a:solidFill>
              <a:srgbClr val="92D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noAutofit/>
          </a:bodyPr>
          <a:lstStyle/>
          <a:p>
            <a:pPr algn="ctr" fontAlgn="auto">
              <a:spcAft>
                <a:spcPts val="0"/>
              </a:spcAft>
              <a:defRPr/>
            </a:pPr>
            <a:r>
              <a:rPr lang="en-US" sz="4800" b="1" dirty="0">
                <a:solidFill>
                  <a:schemeClr val="bg1"/>
                </a:solidFill>
                <a:latin typeface="Arial Black" pitchFamily="34" charset="0"/>
                <a:cs typeface="Aharoni" pitchFamily="2" charset="-79"/>
              </a:rPr>
              <a:t>TIME MANAGEMENT</a:t>
            </a:r>
            <a:endParaRPr lang="en-US" sz="2000" b="1" dirty="0">
              <a:solidFill>
                <a:schemeClr val="bg1"/>
              </a:solidFill>
              <a:latin typeface="Arial Black" pitchFamily="34" charset="0"/>
              <a:cs typeface="Aharoni" pitchFamily="2" charset="-79"/>
            </a:endParaRPr>
          </a:p>
        </p:txBody>
      </p:sp>
      <p:sp>
        <p:nvSpPr>
          <p:cNvPr id="11" name="Subtitle 2"/>
          <p:cNvSpPr txBox="1">
            <a:spLocks/>
          </p:cNvSpPr>
          <p:nvPr/>
        </p:nvSpPr>
        <p:spPr>
          <a:xfrm>
            <a:off x="8606928" y="4800599"/>
            <a:ext cx="3585072" cy="2057401"/>
          </a:xfrm>
          <a:prstGeom prst="rect">
            <a:avLst/>
          </a:prstGeom>
          <a:solidFill>
            <a:srgbClr val="92D050"/>
          </a:solidFill>
          <a:ln>
            <a:solidFill>
              <a:srgbClr val="92D050"/>
            </a:solidFill>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spcBef>
                <a:spcPts val="0"/>
              </a:spcBef>
              <a:defRPr/>
            </a:pPr>
            <a:r>
              <a:rPr lang="en-US" b="1" i="1" dirty="0">
                <a:solidFill>
                  <a:schemeClr val="bg1"/>
                </a:solidFill>
                <a:latin typeface="AR DECODE" pitchFamily="2" charset="0"/>
                <a:cs typeface="Times New Roman" pitchFamily="18" charset="0"/>
              </a:rPr>
              <a:t> </a:t>
            </a:r>
          </a:p>
          <a:p>
            <a:pPr algn="ctr">
              <a:spcBef>
                <a:spcPts val="0"/>
              </a:spcBef>
              <a:defRPr/>
            </a:pPr>
            <a:r>
              <a:rPr lang="en-US" sz="4000" b="1" dirty="0">
                <a:solidFill>
                  <a:srgbClr val="FF0000"/>
                </a:solidFill>
                <a:latin typeface="AR DECODE" pitchFamily="2" charset="0"/>
                <a:cs typeface="Times New Roman" pitchFamily="18" charset="0"/>
              </a:rPr>
              <a:t>TMC 411</a:t>
            </a:r>
          </a:p>
          <a:p>
            <a:pPr algn="ctr">
              <a:spcBef>
                <a:spcPts val="0"/>
              </a:spcBef>
              <a:defRPr/>
            </a:pPr>
            <a:r>
              <a:rPr lang="en-US" b="1" i="1" dirty="0">
                <a:solidFill>
                  <a:schemeClr val="bg1"/>
                </a:solidFill>
                <a:latin typeface="AR DECODE" pitchFamily="2" charset="0"/>
                <a:cs typeface="Times New Roman" pitchFamily="18" charset="0"/>
              </a:rPr>
              <a:t> </a:t>
            </a:r>
            <a:endParaRPr lang="en-US" sz="2000" b="1" i="1" dirty="0">
              <a:solidFill>
                <a:schemeClr val="bg1"/>
              </a:solidFill>
              <a:latin typeface="AR DECODE" pitchFamily="2" charset="0"/>
              <a:cs typeface="Times New Roman" pitchFamily="18" charset="0"/>
            </a:endParaRPr>
          </a:p>
        </p:txBody>
      </p:sp>
      <p:sp>
        <p:nvSpPr>
          <p:cNvPr id="12" name="Rectangle 11"/>
          <p:cNvSpPr/>
          <p:nvPr/>
        </p:nvSpPr>
        <p:spPr>
          <a:xfrm>
            <a:off x="1206428" y="5451645"/>
            <a:ext cx="6675771" cy="769441"/>
          </a:xfrm>
          <a:prstGeom prst="rect">
            <a:avLst/>
          </a:prstGeom>
        </p:spPr>
        <p:txBody>
          <a:bodyPr wrap="square">
            <a:spAutoFit/>
          </a:bodyPr>
          <a:lstStyle/>
          <a:p>
            <a:pPr algn="ctr">
              <a:buNone/>
              <a:defRPr/>
            </a:pPr>
            <a:r>
              <a:rPr lang="en-US" sz="4400" b="1" dirty="0">
                <a:latin typeface="AR DECODE" pitchFamily="2" charset="0"/>
                <a:cs typeface="Times New Roman" pitchFamily="18" charset="0"/>
              </a:rPr>
              <a:t>PROF. J. O. OJEDIRAN</a:t>
            </a:r>
          </a:p>
        </p:txBody>
      </p:sp>
      <p:sp>
        <p:nvSpPr>
          <p:cNvPr id="13" name="Content Placeholder 2"/>
          <p:cNvSpPr txBox="1">
            <a:spLocks/>
          </p:cNvSpPr>
          <p:nvPr/>
        </p:nvSpPr>
        <p:spPr>
          <a:xfrm>
            <a:off x="7818978" y="1"/>
            <a:ext cx="4380613" cy="1420486"/>
          </a:xfrm>
          <a:prstGeom prst="rect">
            <a:avLst/>
          </a:prstGeom>
          <a:solidFill>
            <a:srgbClr val="00B050"/>
          </a:solidFill>
        </p:spPr>
        <p:txBody>
          <a:bodyPr vert="horz" lIns="91440" tIns="45720" rIns="91440" bIns="45720" rtlCol="0" anchor="ct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buNone/>
              <a:defRPr/>
            </a:pP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UNIVERSITY</a:t>
            </a:r>
            <a:endParaRPr lang="en-US" sz="72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09840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4"/>
          <p:cNvSpPr txBox="1">
            <a:spLocks/>
          </p:cNvSpPr>
          <p:nvPr/>
        </p:nvSpPr>
        <p:spPr>
          <a:xfrm>
            <a:off x="0" y="0"/>
            <a:ext cx="5810250" cy="6858000"/>
          </a:xfrm>
          <a:prstGeom prst="rect">
            <a:avLst/>
          </a:prstGeom>
          <a:solidFill>
            <a:schemeClr val="bg1"/>
          </a:solidFill>
          <a:ln>
            <a:solidFill>
              <a:srgbClr val="FF0000"/>
            </a:solidFill>
          </a:ln>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50000"/>
              </a:lnSpc>
              <a:spcBef>
                <a:spcPts val="0"/>
              </a:spcBef>
              <a:buNone/>
            </a:pPr>
            <a:r>
              <a:rPr lang="en-US" sz="3600" b="1" dirty="0">
                <a:solidFill>
                  <a:srgbClr val="FF0000"/>
                </a:solidFill>
              </a:rPr>
              <a:t>"Time is the coin of your life. It is the only coin you have, and only you can determine how it will be spent. Be careful lest you let other people spend it for you." </a:t>
            </a:r>
          </a:p>
          <a:p>
            <a:pPr marL="0" indent="0" algn="r">
              <a:lnSpc>
                <a:spcPct val="150000"/>
              </a:lnSpc>
              <a:spcBef>
                <a:spcPts val="0"/>
              </a:spcBef>
              <a:buNone/>
            </a:pPr>
            <a:r>
              <a:rPr lang="en-US" sz="3600" b="1" dirty="0">
                <a:solidFill>
                  <a:srgbClr val="FF0000"/>
                </a:solidFill>
              </a:rPr>
              <a:t>-Carl Sandburg</a:t>
            </a:r>
            <a:endParaRPr lang="en-US" sz="2000" b="1" i="1" dirty="0">
              <a:solidFill>
                <a:schemeClr val="tx1"/>
              </a:solidFill>
            </a:endParaRPr>
          </a:p>
        </p:txBody>
      </p:sp>
      <p:sp>
        <p:nvSpPr>
          <p:cNvPr id="5" name="Content Placeholder 4"/>
          <p:cNvSpPr txBox="1">
            <a:spLocks/>
          </p:cNvSpPr>
          <p:nvPr/>
        </p:nvSpPr>
        <p:spPr>
          <a:xfrm>
            <a:off x="6091518" y="0"/>
            <a:ext cx="6100482" cy="6858000"/>
          </a:xfrm>
          <a:prstGeom prst="rect">
            <a:avLst/>
          </a:prstGeom>
          <a:solidFill>
            <a:schemeClr val="bg1"/>
          </a:solidFill>
          <a:ln>
            <a:solidFill>
              <a:srgbClr val="FF0000"/>
            </a:solidFill>
          </a:ln>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50000"/>
              </a:lnSpc>
              <a:spcBef>
                <a:spcPts val="0"/>
              </a:spcBef>
              <a:buFont typeface="Wingdings 3" charset="2"/>
              <a:buNone/>
            </a:pPr>
            <a:endParaRPr lang="en-US" sz="3600" dirty="0">
              <a:solidFill>
                <a:srgbClr val="FF0000"/>
              </a:solidFill>
            </a:endParaRPr>
          </a:p>
          <a:p>
            <a:pPr marL="0" indent="0" algn="ctr">
              <a:lnSpc>
                <a:spcPct val="150000"/>
              </a:lnSpc>
              <a:spcBef>
                <a:spcPts val="0"/>
              </a:spcBef>
              <a:buFont typeface="Wingdings 3" charset="2"/>
              <a:buNone/>
            </a:pPr>
            <a:endParaRPr lang="en-US" sz="3600" dirty="0">
              <a:solidFill>
                <a:srgbClr val="FF0000"/>
              </a:solidFill>
            </a:endParaRPr>
          </a:p>
          <a:p>
            <a:pPr marL="0" indent="0" algn="ctr">
              <a:lnSpc>
                <a:spcPct val="150000"/>
              </a:lnSpc>
              <a:spcBef>
                <a:spcPts val="0"/>
              </a:spcBef>
              <a:buNone/>
            </a:pPr>
            <a:r>
              <a:rPr lang="en-US" sz="3600" b="1" dirty="0">
                <a:solidFill>
                  <a:srgbClr val="FF0000"/>
                </a:solidFill>
              </a:rPr>
              <a:t>All our dreams can come true if we have the courage to pursue them.</a:t>
            </a:r>
          </a:p>
          <a:p>
            <a:pPr marL="0" indent="0" algn="r">
              <a:lnSpc>
                <a:spcPct val="150000"/>
              </a:lnSpc>
              <a:spcBef>
                <a:spcPts val="0"/>
              </a:spcBef>
              <a:buNone/>
            </a:pPr>
            <a:r>
              <a:rPr lang="en-US" sz="3600" b="1" i="1" dirty="0">
                <a:solidFill>
                  <a:srgbClr val="FF0000"/>
                </a:solidFill>
              </a:rPr>
              <a:t>- Walt Disney</a:t>
            </a:r>
            <a:endParaRPr lang="en-US" sz="2000" b="1" i="1" dirty="0">
              <a:solidFill>
                <a:schemeClr val="tx1"/>
              </a:solidFill>
            </a:endParaRPr>
          </a:p>
        </p:txBody>
      </p:sp>
    </p:spTree>
    <p:extLst>
      <p:ext uri="{BB962C8B-B14F-4D97-AF65-F5344CB8AC3E}">
        <p14:creationId xmlns:p14="http://schemas.microsoft.com/office/powerpoint/2010/main" val="19901529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95835" y="838200"/>
            <a:ext cx="11497236" cy="6096000"/>
          </a:xfrm>
          <a:solidFill>
            <a:schemeClr val="bg1"/>
          </a:solidFill>
        </p:spPr>
        <p:txBody>
          <a:bodyPr>
            <a:noAutofit/>
          </a:bodyPr>
          <a:lstStyle/>
          <a:p>
            <a:pPr marL="509588" indent="-509588">
              <a:lnSpc>
                <a:spcPct val="150000"/>
              </a:lnSpc>
              <a:spcBef>
                <a:spcPts val="0"/>
              </a:spcBef>
              <a:buFont typeface="Wingdings" panose="05000000000000000000" pitchFamily="2" charset="2"/>
              <a:buChar char="ü"/>
            </a:pPr>
            <a:r>
              <a:rPr 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Introduction</a:t>
            </a:r>
            <a:endParaRPr lang="en-US" sz="4800" dirty="0"/>
          </a:p>
          <a:p>
            <a:pPr marL="509588" indent="-509588">
              <a:lnSpc>
                <a:spcPct val="150000"/>
              </a:lnSpc>
              <a:spcBef>
                <a:spcPts val="0"/>
              </a:spcBef>
              <a:buFont typeface="Wingdings" panose="05000000000000000000" pitchFamily="2" charset="2"/>
              <a:buChar char="ü"/>
            </a:pPr>
            <a:r>
              <a:rPr lang="en-US"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Conceptual clarifications</a:t>
            </a:r>
            <a:endParaRPr lang="en-US" sz="4800" dirty="0"/>
          </a:p>
          <a:p>
            <a:pPr marL="509588" indent="-509588">
              <a:lnSpc>
                <a:spcPct val="150000"/>
              </a:lnSpc>
              <a:spcBef>
                <a:spcPts val="0"/>
              </a:spcBef>
              <a:buFont typeface="Wingdings" panose="05000000000000000000" pitchFamily="2" charset="2"/>
              <a:buChar char="ü"/>
            </a:pPr>
            <a:r>
              <a:rPr lang="en-US" sz="4800" b="1" dirty="0">
                <a:ln w="22225">
                  <a:solidFill>
                    <a:schemeClr val="accent2"/>
                  </a:solidFill>
                  <a:prstDash val="solid"/>
                </a:ln>
                <a:solidFill>
                  <a:schemeClr val="accent2">
                    <a:lumMod val="40000"/>
                    <a:lumOff val="60000"/>
                  </a:schemeClr>
                </a:solidFill>
              </a:rPr>
              <a:t>Strategies for effective time management</a:t>
            </a:r>
          </a:p>
          <a:p>
            <a:pPr marL="509588" indent="-509588">
              <a:lnSpc>
                <a:spcPct val="150000"/>
              </a:lnSpc>
              <a:spcBef>
                <a:spcPts val="0"/>
              </a:spcBef>
              <a:buFont typeface="Wingdings" panose="05000000000000000000" pitchFamily="2" charset="2"/>
              <a:buChar char="ü"/>
            </a:pPr>
            <a:r>
              <a:rPr lang="en-US"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Conclusion</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800" b="1" dirty="0">
                <a:solidFill>
                  <a:schemeClr val="bg1"/>
                </a:solidFill>
                <a:latin typeface="Tahoma" panose="020B0604030504040204" pitchFamily="34" charset="0"/>
                <a:ea typeface="Tahoma" panose="020B0604030504040204" pitchFamily="34" charset="0"/>
                <a:cs typeface="Tahoma" panose="020B0604030504040204" pitchFamily="34" charset="0"/>
              </a:rPr>
              <a:t>OUTLINE</a:t>
            </a:r>
          </a:p>
        </p:txBody>
      </p:sp>
    </p:spTree>
    <p:extLst>
      <p:ext uri="{BB962C8B-B14F-4D97-AF65-F5344CB8AC3E}">
        <p14:creationId xmlns:p14="http://schemas.microsoft.com/office/powerpoint/2010/main" val="1917936922"/>
      </p:ext>
    </p:extLst>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5351" y="825500"/>
            <a:ext cx="11677668" cy="6032499"/>
          </a:xfrm>
          <a:solidFill>
            <a:schemeClr val="bg1"/>
          </a:solidFill>
        </p:spPr>
        <p:txBody>
          <a:bodyPr>
            <a:noAutofit/>
          </a:bodyPr>
          <a:lstStyle/>
          <a:p>
            <a:pPr algn="just">
              <a:lnSpc>
                <a:spcPct val="150000"/>
              </a:lnSpc>
              <a:spcBef>
                <a:spcPts val="0"/>
              </a:spcBef>
              <a:buFont typeface="Wingdings" panose="05000000000000000000" pitchFamily="2" charset="2"/>
              <a:buChar char="Ø"/>
            </a:pPr>
            <a:r>
              <a:rPr lang="en-US" sz="4000" b="1" dirty="0">
                <a:solidFill>
                  <a:srgbClr val="FF0000"/>
                </a:solidFill>
              </a:rPr>
              <a:t>No doubt, more responsibilities are now added to your portfolio.</a:t>
            </a:r>
          </a:p>
          <a:p>
            <a:pPr algn="just">
              <a:lnSpc>
                <a:spcPct val="150000"/>
              </a:lnSpc>
              <a:spcBef>
                <a:spcPts val="0"/>
              </a:spcBef>
              <a:buFont typeface="Wingdings" panose="05000000000000000000" pitchFamily="2" charset="2"/>
              <a:buChar char="Ø"/>
            </a:pPr>
            <a:endParaRPr lang="en-US" sz="4000" b="1" dirty="0">
              <a:solidFill>
                <a:srgbClr val="FF0000"/>
              </a:solidFill>
            </a:endParaRPr>
          </a:p>
          <a:p>
            <a:pPr algn="just">
              <a:lnSpc>
                <a:spcPct val="150000"/>
              </a:lnSpc>
              <a:spcBef>
                <a:spcPts val="0"/>
              </a:spcBef>
              <a:buFont typeface="Wingdings" panose="05000000000000000000" pitchFamily="2" charset="2"/>
              <a:buChar char="Ø"/>
            </a:pPr>
            <a:endParaRPr lang="en-US" sz="4000" b="1" dirty="0"/>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800" b="1" dirty="0">
                <a:solidFill>
                  <a:schemeClr val="bg1"/>
                </a:solidFill>
                <a:latin typeface="Tahoma" panose="020B0604030504040204" pitchFamily="34" charset="0"/>
                <a:ea typeface="Tahoma" panose="020B0604030504040204" pitchFamily="34" charset="0"/>
                <a:cs typeface="Tahoma" panose="020B0604030504040204" pitchFamily="34" charset="0"/>
              </a:rPr>
              <a:t>Introduction</a:t>
            </a:r>
          </a:p>
        </p:txBody>
      </p:sp>
      <p:pic>
        <p:nvPicPr>
          <p:cNvPr id="2" name="Picture 1"/>
          <p:cNvPicPr>
            <a:picLocks noChangeAspect="1"/>
          </p:cNvPicPr>
          <p:nvPr/>
        </p:nvPicPr>
        <p:blipFill>
          <a:blip r:embed="rId2"/>
          <a:stretch>
            <a:fillRect/>
          </a:stretch>
        </p:blipFill>
        <p:spPr>
          <a:xfrm>
            <a:off x="185351" y="3298957"/>
            <a:ext cx="5348288" cy="3559043"/>
          </a:xfrm>
          <a:prstGeom prst="rect">
            <a:avLst/>
          </a:prstGeom>
        </p:spPr>
      </p:pic>
      <p:pic>
        <p:nvPicPr>
          <p:cNvPr id="3" name="Picture 2"/>
          <p:cNvPicPr>
            <a:picLocks noChangeAspect="1"/>
          </p:cNvPicPr>
          <p:nvPr/>
        </p:nvPicPr>
        <p:blipFill>
          <a:blip r:embed="rId3"/>
          <a:stretch>
            <a:fillRect/>
          </a:stretch>
        </p:blipFill>
        <p:spPr>
          <a:xfrm>
            <a:off x="5530020" y="3298958"/>
            <a:ext cx="6332999" cy="3559042"/>
          </a:xfrm>
          <a:prstGeom prst="rect">
            <a:avLst/>
          </a:prstGeom>
        </p:spPr>
      </p:pic>
    </p:spTree>
    <p:extLst>
      <p:ext uri="{BB962C8B-B14F-4D97-AF65-F5344CB8AC3E}">
        <p14:creationId xmlns:p14="http://schemas.microsoft.com/office/powerpoint/2010/main" val="2355778437"/>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5351" y="825500"/>
            <a:ext cx="11677668" cy="6032499"/>
          </a:xfrm>
          <a:solidFill>
            <a:schemeClr val="bg1"/>
          </a:solidFill>
        </p:spPr>
        <p:txBody>
          <a:bodyPr>
            <a:noAutofit/>
          </a:bodyPr>
          <a:lstStyle/>
          <a:p>
            <a:pPr algn="just">
              <a:lnSpc>
                <a:spcPct val="150000"/>
              </a:lnSpc>
              <a:spcBef>
                <a:spcPts val="0"/>
              </a:spcBef>
              <a:buFont typeface="Wingdings" panose="05000000000000000000" pitchFamily="2" charset="2"/>
              <a:buChar char="Ø"/>
            </a:pPr>
            <a:r>
              <a:rPr lang="en-US" sz="3600" b="1" dirty="0">
                <a:solidFill>
                  <a:schemeClr val="tx1"/>
                </a:solidFill>
              </a:rPr>
              <a:t>These new responsibilities come with new expectations.</a:t>
            </a:r>
          </a:p>
          <a:p>
            <a:pPr algn="just">
              <a:lnSpc>
                <a:spcPct val="150000"/>
              </a:lnSpc>
              <a:spcBef>
                <a:spcPts val="0"/>
              </a:spcBef>
              <a:buFont typeface="Wingdings" panose="05000000000000000000" pitchFamily="2" charset="2"/>
              <a:buChar char="Ø"/>
            </a:pPr>
            <a:r>
              <a:rPr lang="en-US" sz="3600" b="1" dirty="0">
                <a:solidFill>
                  <a:srgbClr val="FF0000"/>
                </a:solidFill>
              </a:rPr>
              <a:t>Your ability to meet these expectations successfully is what guarantee your excellence.</a:t>
            </a:r>
          </a:p>
          <a:p>
            <a:pPr algn="just">
              <a:lnSpc>
                <a:spcPct val="150000"/>
              </a:lnSpc>
              <a:spcBef>
                <a:spcPts val="0"/>
              </a:spcBef>
              <a:buFont typeface="Wingdings" panose="05000000000000000000" pitchFamily="2" charset="2"/>
              <a:buChar char="Ø"/>
            </a:pPr>
            <a:r>
              <a:rPr lang="en-US" sz="3600" b="1" dirty="0">
                <a:solidFill>
                  <a:schemeClr val="tx1"/>
                </a:solidFill>
              </a:rPr>
              <a:t>In this class, I will be teaching you how to manage your time </a:t>
            </a:r>
            <a:r>
              <a:rPr lang="en-US" sz="3600" b="1" dirty="0">
                <a:solidFill>
                  <a:srgbClr val="FF0000"/>
                </a:solidFill>
              </a:rPr>
              <a:t>effectively and efficiently.</a:t>
            </a:r>
          </a:p>
          <a:p>
            <a:pPr algn="just">
              <a:lnSpc>
                <a:spcPct val="150000"/>
              </a:lnSpc>
              <a:spcBef>
                <a:spcPts val="0"/>
              </a:spcBef>
              <a:buFont typeface="Wingdings" panose="05000000000000000000" pitchFamily="2" charset="2"/>
              <a:buChar char="Ø"/>
            </a:pPr>
            <a:endParaRPr lang="en-US" sz="3600" b="1" dirty="0">
              <a:solidFill>
                <a:srgbClr val="FF0000"/>
              </a:solidFill>
            </a:endParaRPr>
          </a:p>
          <a:p>
            <a:pPr algn="just">
              <a:lnSpc>
                <a:spcPct val="150000"/>
              </a:lnSpc>
              <a:spcBef>
                <a:spcPts val="0"/>
              </a:spcBef>
              <a:buFont typeface="Wingdings" panose="05000000000000000000" pitchFamily="2" charset="2"/>
              <a:buChar char="Ø"/>
            </a:pPr>
            <a:endParaRPr lang="en-US" sz="3600" b="1" dirty="0"/>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800" b="1" dirty="0">
                <a:solidFill>
                  <a:schemeClr val="bg1"/>
                </a:solidFill>
                <a:latin typeface="Tahoma" panose="020B0604030504040204" pitchFamily="34" charset="0"/>
                <a:ea typeface="Tahoma" panose="020B0604030504040204" pitchFamily="34" charset="0"/>
                <a:cs typeface="Tahoma" panose="020B0604030504040204" pitchFamily="34" charset="0"/>
              </a:rPr>
              <a:t>Introduction</a:t>
            </a:r>
          </a:p>
        </p:txBody>
      </p:sp>
    </p:spTree>
    <p:extLst>
      <p:ext uri="{BB962C8B-B14F-4D97-AF65-F5344CB8AC3E}">
        <p14:creationId xmlns:p14="http://schemas.microsoft.com/office/powerpoint/2010/main" val="3061022932"/>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4"/>
          <p:cNvSpPr txBox="1">
            <a:spLocks/>
          </p:cNvSpPr>
          <p:nvPr/>
        </p:nvSpPr>
        <p:spPr>
          <a:xfrm>
            <a:off x="8763000" y="838199"/>
            <a:ext cx="3219450" cy="6019801"/>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spcBef>
                <a:spcPts val="0"/>
              </a:spcBef>
              <a:buNone/>
            </a:pPr>
            <a:r>
              <a:rPr lang="en-US" sz="3600" b="1" dirty="0">
                <a:solidFill>
                  <a:schemeClr val="bg1"/>
                </a:solidFill>
              </a:rPr>
              <a:t>Good</a:t>
            </a:r>
          </a:p>
        </p:txBody>
      </p:sp>
      <p:pic>
        <p:nvPicPr>
          <p:cNvPr id="2" name="Picture 1"/>
          <p:cNvPicPr>
            <a:picLocks noChangeAspect="1"/>
          </p:cNvPicPr>
          <p:nvPr/>
        </p:nvPicPr>
        <p:blipFill>
          <a:blip r:embed="rId2"/>
          <a:stretch>
            <a:fillRect/>
          </a:stretch>
        </p:blipFill>
        <p:spPr>
          <a:xfrm>
            <a:off x="8763000" y="2619375"/>
            <a:ext cx="3190875" cy="1914525"/>
          </a:xfrm>
          <a:prstGeom prst="rect">
            <a:avLst/>
          </a:prstGeom>
        </p:spPr>
      </p:pic>
      <p:sp>
        <p:nvSpPr>
          <p:cNvPr id="5" name="Content Placeholder 4"/>
          <p:cNvSpPr>
            <a:spLocks noGrp="1"/>
          </p:cNvSpPr>
          <p:nvPr>
            <p:ph idx="1"/>
          </p:nvPr>
        </p:nvSpPr>
        <p:spPr>
          <a:xfrm>
            <a:off x="0" y="838200"/>
            <a:ext cx="8734425" cy="6019800"/>
          </a:xfrm>
          <a:solidFill>
            <a:schemeClr val="bg1"/>
          </a:solidFill>
        </p:spPr>
        <p:txBody>
          <a:bodyPr>
            <a:noAutofit/>
          </a:bodyPr>
          <a:lstStyle/>
          <a:p>
            <a:pPr algn="just">
              <a:lnSpc>
                <a:spcPct val="150000"/>
              </a:lnSpc>
              <a:spcBef>
                <a:spcPts val="0"/>
              </a:spcBef>
              <a:buFont typeface="Wingdings" panose="05000000000000000000" pitchFamily="2" charset="2"/>
              <a:buChar char="Ø"/>
            </a:pPr>
            <a:r>
              <a:rPr lang="en-US" sz="3200" b="1" dirty="0"/>
              <a:t>Time management refers to the </a:t>
            </a:r>
            <a:r>
              <a:rPr lang="en-US" sz="3200" b="1" dirty="0">
                <a:solidFill>
                  <a:srgbClr val="FF0000"/>
                </a:solidFill>
              </a:rPr>
              <a:t>coordination of tasks/activities </a:t>
            </a:r>
            <a:r>
              <a:rPr lang="en-US" sz="3200" b="1" dirty="0"/>
              <a:t>to maximize the effectiveness of efforts.</a:t>
            </a:r>
          </a:p>
          <a:p>
            <a:pPr algn="just">
              <a:lnSpc>
                <a:spcPct val="150000"/>
              </a:lnSpc>
              <a:spcBef>
                <a:spcPts val="0"/>
              </a:spcBef>
              <a:buFont typeface="Wingdings" panose="05000000000000000000" pitchFamily="2" charset="2"/>
              <a:buChar char="Ø"/>
            </a:pPr>
            <a:r>
              <a:rPr lang="en-US" sz="3200" b="1" dirty="0"/>
              <a:t>Time management is the process of planning and exercising conscious control of time spent on specific activities - especially </a:t>
            </a:r>
            <a:r>
              <a:rPr lang="en-US" sz="3200" b="1" dirty="0">
                <a:solidFill>
                  <a:srgbClr val="FF0000"/>
                </a:solidFill>
              </a:rPr>
              <a:t>to increase effectiveness, efficiency, and productivity</a:t>
            </a:r>
            <a:r>
              <a:rPr lang="en-US" sz="3200" b="1" dirty="0"/>
              <a:t>.</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800" b="1" dirty="0">
                <a:solidFill>
                  <a:schemeClr val="bg1"/>
                </a:solidFill>
                <a:latin typeface="Tahoma" panose="020B0604030504040204" pitchFamily="34" charset="0"/>
                <a:ea typeface="Tahoma" panose="020B0604030504040204" pitchFamily="34" charset="0"/>
                <a:cs typeface="Tahoma" panose="020B0604030504040204" pitchFamily="34" charset="0"/>
              </a:rPr>
              <a:t>TIME MANAGEMENT</a:t>
            </a:r>
          </a:p>
        </p:txBody>
      </p:sp>
    </p:spTree>
    <p:extLst>
      <p:ext uri="{BB962C8B-B14F-4D97-AF65-F5344CB8AC3E}">
        <p14:creationId xmlns:p14="http://schemas.microsoft.com/office/powerpoint/2010/main" val="2228016813"/>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668" y="836141"/>
            <a:ext cx="10890664" cy="6096000"/>
          </a:xfrm>
          <a:solidFill>
            <a:schemeClr val="bg1"/>
          </a:solidFill>
        </p:spPr>
        <p:txBody>
          <a:bodyPr>
            <a:noAutofit/>
          </a:bodyPr>
          <a:lstStyle/>
          <a:p>
            <a:pPr algn="just">
              <a:lnSpc>
                <a:spcPct val="150000"/>
              </a:lnSpc>
              <a:spcBef>
                <a:spcPts val="0"/>
              </a:spcBef>
            </a:pPr>
            <a:r>
              <a:rPr lang="en-US" sz="3600" b="1" dirty="0"/>
              <a:t>To manage your time effectively and efficiently as a student can be challenging, but essential for achieving academic and leadership excellence. </a:t>
            </a:r>
          </a:p>
          <a:p>
            <a:pPr algn="just">
              <a:lnSpc>
                <a:spcPct val="150000"/>
              </a:lnSpc>
              <a:spcBef>
                <a:spcPts val="0"/>
              </a:spcBef>
            </a:pPr>
            <a:r>
              <a:rPr lang="en-US" sz="3600" b="1" dirty="0">
                <a:solidFill>
                  <a:srgbClr val="FF0000"/>
                </a:solidFill>
              </a:rPr>
              <a:t>This is because you will be required to mix academic rigor with extracurricular activities and leadership roles. </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800" b="1" dirty="0">
                <a:solidFill>
                  <a:schemeClr val="bg1"/>
                </a:solidFill>
                <a:latin typeface="Tahoma" panose="020B0604030504040204" pitchFamily="34" charset="0"/>
                <a:ea typeface="Tahoma" panose="020B0604030504040204" pitchFamily="34" charset="0"/>
                <a:cs typeface="Tahoma" panose="020B0604030504040204" pitchFamily="34" charset="0"/>
              </a:rPr>
              <a:t>Time Management</a:t>
            </a:r>
          </a:p>
        </p:txBody>
      </p:sp>
    </p:spTree>
    <p:extLst>
      <p:ext uri="{BB962C8B-B14F-4D97-AF65-F5344CB8AC3E}">
        <p14:creationId xmlns:p14="http://schemas.microsoft.com/office/powerpoint/2010/main" val="1939784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0"/>
            <a:ext cx="12192000" cy="6858000"/>
          </a:xfrm>
          <a:prstGeom prst="rect">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US" sz="5400" b="1" dirty="0">
                <a:solidFill>
                  <a:srgbClr val="FF0000"/>
                </a:solidFill>
                <a:latin typeface="Tahoma" panose="020B0604030504040204" pitchFamily="34" charset="0"/>
                <a:ea typeface="Tahoma" panose="020B0604030504040204" pitchFamily="34" charset="0"/>
                <a:cs typeface="Tahoma" panose="020B0604030504040204" pitchFamily="34" charset="0"/>
              </a:rPr>
              <a:t>Strategies for </a:t>
            </a:r>
          </a:p>
          <a:p>
            <a:pPr algn="ctr"/>
            <a:r>
              <a:rPr lang="en-US" sz="5400" b="1" dirty="0">
                <a:solidFill>
                  <a:schemeClr val="bg1"/>
                </a:solidFill>
                <a:latin typeface="Tahoma" panose="020B0604030504040204" pitchFamily="34" charset="0"/>
                <a:ea typeface="Tahoma" panose="020B0604030504040204" pitchFamily="34" charset="0"/>
                <a:cs typeface="Tahoma" panose="020B0604030504040204" pitchFamily="34" charset="0"/>
              </a:rPr>
              <a:t>Effective and Efficient </a:t>
            </a:r>
          </a:p>
          <a:p>
            <a:pPr algn="ctr"/>
            <a:r>
              <a:rPr lang="en-US" sz="5400" b="1" dirty="0">
                <a:solidFill>
                  <a:schemeClr val="bg1"/>
                </a:solidFill>
                <a:latin typeface="Tahoma" panose="020B0604030504040204" pitchFamily="34" charset="0"/>
                <a:ea typeface="Tahoma" panose="020B0604030504040204" pitchFamily="34" charset="0"/>
                <a:cs typeface="Tahoma" panose="020B0604030504040204" pitchFamily="34" charset="0"/>
              </a:rPr>
              <a:t>Time Management</a:t>
            </a:r>
            <a:endParaRPr lang="en-GB" sz="5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43588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4"/>
          <p:cNvSpPr txBox="1">
            <a:spLocks/>
          </p:cNvSpPr>
          <p:nvPr/>
        </p:nvSpPr>
        <p:spPr>
          <a:xfrm>
            <a:off x="0" y="800100"/>
            <a:ext cx="12192000" cy="6096000"/>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spcBef>
                <a:spcPts val="0"/>
              </a:spcBef>
              <a:buNone/>
            </a:pPr>
            <a:r>
              <a:rPr lang="en-US" sz="4000" b="1" dirty="0">
                <a:solidFill>
                  <a:schemeClr val="bg1"/>
                </a:solidFill>
              </a:rPr>
              <a:t>Good</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Strategies for Effective Time Management</a:t>
            </a:r>
          </a:p>
        </p:txBody>
      </p:sp>
      <p:graphicFrame>
        <p:nvGraphicFramePr>
          <p:cNvPr id="2" name="Diagram 1"/>
          <p:cNvGraphicFramePr/>
          <p:nvPr>
            <p:extLst>
              <p:ext uri="{D42A27DB-BD31-4B8C-83A1-F6EECF244321}">
                <p14:modId xmlns:p14="http://schemas.microsoft.com/office/powerpoint/2010/main" val="81499880"/>
              </p:ext>
            </p:extLst>
          </p:nvPr>
        </p:nvGraphicFramePr>
        <p:xfrm>
          <a:off x="476250" y="719666"/>
          <a:ext cx="11239500" cy="6138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31656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0500" y="836141"/>
            <a:ext cx="11601450" cy="6096000"/>
          </a:xfrm>
          <a:solidFill>
            <a:schemeClr val="bg1"/>
          </a:solidFill>
        </p:spPr>
        <p:txBody>
          <a:bodyPr>
            <a:noAutofit/>
          </a:bodyPr>
          <a:lstStyle/>
          <a:p>
            <a:pPr algn="just">
              <a:lnSpc>
                <a:spcPct val="150000"/>
              </a:lnSpc>
              <a:spcBef>
                <a:spcPts val="0"/>
              </a:spcBef>
            </a:pPr>
            <a:r>
              <a:rPr lang="en-US" sz="3600" b="1" dirty="0">
                <a:solidFill>
                  <a:schemeClr val="tx1"/>
                </a:solidFill>
              </a:rPr>
              <a:t>Acknowledge that your </a:t>
            </a:r>
          </a:p>
          <a:p>
            <a:pPr marL="0" indent="0" algn="just">
              <a:lnSpc>
                <a:spcPct val="150000"/>
              </a:lnSpc>
              <a:spcBef>
                <a:spcPts val="0"/>
              </a:spcBef>
              <a:buNone/>
            </a:pPr>
            <a:r>
              <a:rPr lang="en-US" sz="3600" b="1" dirty="0">
                <a:solidFill>
                  <a:schemeClr val="tx1"/>
                </a:solidFill>
              </a:rPr>
              <a:t>times are in God’s hand.</a:t>
            </a:r>
          </a:p>
          <a:p>
            <a:pPr marL="0" indent="0">
              <a:lnSpc>
                <a:spcPct val="150000"/>
              </a:lnSpc>
              <a:spcBef>
                <a:spcPts val="0"/>
              </a:spcBef>
              <a:buNone/>
            </a:pPr>
            <a:r>
              <a:rPr lang="en-US" sz="3200" b="1" dirty="0">
                <a:solidFill>
                  <a:srgbClr val="FF0000"/>
                </a:solidFill>
              </a:rPr>
              <a:t>“My times are in thy hand” (Ps. 31:15).</a:t>
            </a:r>
          </a:p>
          <a:p>
            <a:pPr algn="just">
              <a:lnSpc>
                <a:spcPct val="150000"/>
              </a:lnSpc>
              <a:spcBef>
                <a:spcPts val="0"/>
              </a:spcBef>
            </a:pPr>
            <a:r>
              <a:rPr lang="en-US" sz="3600" b="1" dirty="0">
                <a:solidFill>
                  <a:schemeClr val="tx1"/>
                </a:solidFill>
              </a:rPr>
              <a:t>And that without God, you cannot achieve anything, talk less of excellence.</a:t>
            </a:r>
          </a:p>
          <a:p>
            <a:pPr marL="0" indent="0" algn="ctr">
              <a:lnSpc>
                <a:spcPct val="150000"/>
              </a:lnSpc>
              <a:spcBef>
                <a:spcPts val="0"/>
              </a:spcBef>
              <a:buNone/>
            </a:pPr>
            <a:r>
              <a:rPr lang="en-US" sz="3200" b="1" dirty="0">
                <a:solidFill>
                  <a:srgbClr val="FF0000"/>
                </a:solidFill>
              </a:rPr>
              <a:t>“…for without me ye can do nothing.” (Jn. 15.5).</a:t>
            </a:r>
          </a:p>
          <a:p>
            <a:pPr marL="0" indent="0">
              <a:lnSpc>
                <a:spcPct val="150000"/>
              </a:lnSpc>
              <a:spcBef>
                <a:spcPts val="0"/>
              </a:spcBef>
              <a:buNone/>
            </a:pPr>
            <a:endParaRPr lang="en-US" sz="1050" b="1" dirty="0">
              <a:solidFill>
                <a:schemeClr val="tx1"/>
              </a:solidFill>
            </a:endParaRPr>
          </a:p>
          <a:p>
            <a:pPr>
              <a:lnSpc>
                <a:spcPct val="150000"/>
              </a:lnSpc>
              <a:spcBef>
                <a:spcPts val="0"/>
              </a:spcBef>
            </a:pPr>
            <a:r>
              <a:rPr lang="en-US" sz="3600" b="1" dirty="0">
                <a:solidFill>
                  <a:schemeClr val="tx1"/>
                </a:solidFill>
              </a:rPr>
              <a:t>Hence, give God your time.</a:t>
            </a:r>
          </a:p>
        </p:txBody>
      </p:sp>
      <p:pic>
        <p:nvPicPr>
          <p:cNvPr id="2" name="Picture 1"/>
          <p:cNvPicPr>
            <a:picLocks noChangeAspect="1"/>
          </p:cNvPicPr>
          <p:nvPr/>
        </p:nvPicPr>
        <p:blipFill>
          <a:blip r:embed="rId2"/>
          <a:stretch>
            <a:fillRect/>
          </a:stretch>
        </p:blipFill>
        <p:spPr>
          <a:xfrm>
            <a:off x="7909206" y="836141"/>
            <a:ext cx="4282793" cy="2230909"/>
          </a:xfrm>
          <a:prstGeom prst="rect">
            <a:avLst/>
          </a:prstGeom>
        </p:spPr>
      </p:pic>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GOD OWNS YOUR TIME</a:t>
            </a:r>
          </a:p>
        </p:txBody>
      </p:sp>
    </p:spTree>
    <p:extLst>
      <p:ext uri="{BB962C8B-B14F-4D97-AF65-F5344CB8AC3E}">
        <p14:creationId xmlns:p14="http://schemas.microsoft.com/office/powerpoint/2010/main" val="41723520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668" y="836141"/>
            <a:ext cx="11541332" cy="6096000"/>
          </a:xfrm>
          <a:solidFill>
            <a:schemeClr val="bg1"/>
          </a:solidFill>
        </p:spPr>
        <p:txBody>
          <a:bodyPr>
            <a:noAutofit/>
          </a:bodyPr>
          <a:lstStyle/>
          <a:p>
            <a:pPr algn="just">
              <a:lnSpc>
                <a:spcPct val="150000"/>
              </a:lnSpc>
              <a:spcBef>
                <a:spcPts val="0"/>
              </a:spcBef>
            </a:pPr>
            <a:r>
              <a:rPr lang="en-US" sz="3600" b="1" dirty="0"/>
              <a:t>Identify your most </a:t>
            </a:r>
          </a:p>
          <a:p>
            <a:pPr marL="0" indent="0" algn="just">
              <a:lnSpc>
                <a:spcPct val="150000"/>
              </a:lnSpc>
              <a:spcBef>
                <a:spcPts val="0"/>
              </a:spcBef>
              <a:buNone/>
            </a:pPr>
            <a:r>
              <a:rPr lang="en-US" sz="3600" b="1" dirty="0"/>
              <a:t>important and urgent tasks, and</a:t>
            </a:r>
          </a:p>
          <a:p>
            <a:pPr marL="0" indent="0" algn="just">
              <a:lnSpc>
                <a:spcPct val="150000"/>
              </a:lnSpc>
              <a:spcBef>
                <a:spcPts val="0"/>
              </a:spcBef>
              <a:buNone/>
            </a:pPr>
            <a:r>
              <a:rPr lang="en-US" sz="3600" b="1" dirty="0"/>
              <a:t>allocate your time accordingly. </a:t>
            </a:r>
          </a:p>
          <a:p>
            <a:pPr algn="just">
              <a:lnSpc>
                <a:spcPct val="150000"/>
              </a:lnSpc>
              <a:spcBef>
                <a:spcPts val="0"/>
              </a:spcBef>
            </a:pPr>
            <a:endParaRPr lang="en-US" sz="3200" b="1" dirty="0">
              <a:solidFill>
                <a:srgbClr val="FF0000"/>
              </a:solidFill>
            </a:endParaRPr>
          </a:p>
          <a:p>
            <a:pPr algn="just">
              <a:lnSpc>
                <a:spcPct val="125000"/>
              </a:lnSpc>
              <a:spcBef>
                <a:spcPts val="0"/>
              </a:spcBef>
            </a:pPr>
            <a:r>
              <a:rPr lang="en-US" sz="3200" b="1" dirty="0">
                <a:solidFill>
                  <a:srgbClr val="FF0000"/>
                </a:solidFill>
              </a:rPr>
              <a:t>All things are lawful unto me, </a:t>
            </a:r>
          </a:p>
          <a:p>
            <a:pPr marL="0" indent="0" algn="just">
              <a:lnSpc>
                <a:spcPct val="125000"/>
              </a:lnSpc>
              <a:spcBef>
                <a:spcPts val="0"/>
              </a:spcBef>
              <a:buNone/>
            </a:pPr>
            <a:r>
              <a:rPr lang="en-US" sz="3200" b="1" dirty="0">
                <a:solidFill>
                  <a:srgbClr val="FF0000"/>
                </a:solidFill>
              </a:rPr>
              <a:t>But all things are not expedient:</a:t>
            </a:r>
          </a:p>
          <a:p>
            <a:pPr marL="0" indent="0" algn="just">
              <a:lnSpc>
                <a:spcPct val="125000"/>
              </a:lnSpc>
              <a:spcBef>
                <a:spcPts val="0"/>
              </a:spcBef>
              <a:buNone/>
            </a:pPr>
            <a:r>
              <a:rPr lang="en-US" sz="3200" b="1" dirty="0">
                <a:solidFill>
                  <a:srgbClr val="FF0000"/>
                </a:solidFill>
              </a:rPr>
              <a:t>All things are lawful for me, but all things edify not (</a:t>
            </a:r>
            <a:r>
              <a:rPr lang="en-US" sz="3200" b="1" dirty="0" err="1">
                <a:solidFill>
                  <a:srgbClr val="FF0000"/>
                </a:solidFill>
              </a:rPr>
              <a:t>ICor.10:23</a:t>
            </a:r>
            <a:r>
              <a:rPr lang="en-US" sz="3200" b="1" dirty="0">
                <a:solidFill>
                  <a:srgbClr val="FF0000"/>
                </a:solidFill>
              </a:rPr>
              <a:t>, </a:t>
            </a:r>
            <a:r>
              <a:rPr lang="en-US" sz="3200" b="1" dirty="0" err="1">
                <a:solidFill>
                  <a:srgbClr val="FF0000"/>
                </a:solidFill>
              </a:rPr>
              <a:t>ICor</a:t>
            </a:r>
            <a:r>
              <a:rPr lang="en-US" sz="3200" b="1" dirty="0">
                <a:solidFill>
                  <a:srgbClr val="FF0000"/>
                </a:solidFill>
              </a:rPr>
              <a:t>. 6:12)</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PRIORITIZE TASKS </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2104" y="998447"/>
            <a:ext cx="4148328" cy="3971544"/>
          </a:xfrm>
          <a:prstGeom prst="rect">
            <a:avLst/>
          </a:prstGeom>
        </p:spPr>
      </p:pic>
    </p:spTree>
    <p:extLst>
      <p:ext uri="{BB962C8B-B14F-4D97-AF65-F5344CB8AC3E}">
        <p14:creationId xmlns:p14="http://schemas.microsoft.com/office/powerpoint/2010/main" val="893452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9448800" y="834630"/>
            <a:ext cx="2743200" cy="6023370"/>
          </a:xfrm>
          <a:prstGeom prst="rect">
            <a:avLst/>
          </a:prstGeom>
        </p:spPr>
      </p:pic>
      <p:sp>
        <p:nvSpPr>
          <p:cNvPr id="5" name="Content Placeholder 4"/>
          <p:cNvSpPr>
            <a:spLocks noGrp="1"/>
          </p:cNvSpPr>
          <p:nvPr>
            <p:ph idx="1"/>
          </p:nvPr>
        </p:nvSpPr>
        <p:spPr>
          <a:xfrm>
            <a:off x="650668" y="836141"/>
            <a:ext cx="8969582" cy="6096000"/>
          </a:xfrm>
          <a:solidFill>
            <a:schemeClr val="bg1"/>
          </a:solidFill>
        </p:spPr>
        <p:txBody>
          <a:bodyPr>
            <a:noAutofit/>
          </a:bodyPr>
          <a:lstStyle/>
          <a:p>
            <a:pPr algn="just">
              <a:lnSpc>
                <a:spcPct val="150000"/>
              </a:lnSpc>
              <a:spcBef>
                <a:spcPts val="0"/>
              </a:spcBef>
            </a:pPr>
            <a:r>
              <a:rPr lang="en-US" sz="3200" dirty="0"/>
              <a:t>Create a (daily, weekly &amp; monthly) schedule.</a:t>
            </a:r>
          </a:p>
          <a:p>
            <a:pPr algn="just">
              <a:lnSpc>
                <a:spcPct val="150000"/>
              </a:lnSpc>
              <a:spcBef>
                <a:spcPts val="0"/>
              </a:spcBef>
            </a:pPr>
            <a:r>
              <a:rPr lang="en-US" sz="3200" dirty="0"/>
              <a:t>Plan your activities and tasks in advance such as time for classes, study sessions, meetings, and leadership responsibilities. </a:t>
            </a:r>
          </a:p>
          <a:p>
            <a:pPr algn="just">
              <a:lnSpc>
                <a:spcPct val="150000"/>
              </a:lnSpc>
              <a:spcBef>
                <a:spcPts val="0"/>
              </a:spcBef>
            </a:pPr>
            <a:r>
              <a:rPr lang="en-US" sz="3200" dirty="0"/>
              <a:t>Knowing what you need to do in the coming days, weeks or months can help you greatly.</a:t>
            </a:r>
          </a:p>
          <a:p>
            <a:pPr algn="just">
              <a:lnSpc>
                <a:spcPct val="150000"/>
              </a:lnSpc>
              <a:spcBef>
                <a:spcPts val="0"/>
              </a:spcBef>
            </a:pPr>
            <a:r>
              <a:rPr lang="en-US" sz="3200" dirty="0"/>
              <a:t>Use a digital calendar or a physical planner to stay organized.</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CREATE A SCHEDULE </a:t>
            </a:r>
          </a:p>
        </p:txBody>
      </p:sp>
      <p:pic>
        <p:nvPicPr>
          <p:cNvPr id="2" name="Picture 1"/>
          <p:cNvPicPr>
            <a:picLocks noChangeAspect="1"/>
          </p:cNvPicPr>
          <p:nvPr/>
        </p:nvPicPr>
        <p:blipFill>
          <a:blip r:embed="rId3"/>
          <a:stretch>
            <a:fillRect/>
          </a:stretch>
        </p:blipFill>
        <p:spPr>
          <a:xfrm>
            <a:off x="9582582" y="5257800"/>
            <a:ext cx="2609417" cy="1600200"/>
          </a:xfrm>
          <a:prstGeom prst="rect">
            <a:avLst/>
          </a:prstGeom>
        </p:spPr>
      </p:pic>
      <p:pic>
        <p:nvPicPr>
          <p:cNvPr id="4" name="Picture 3"/>
          <p:cNvPicPr>
            <a:picLocks noChangeAspect="1"/>
          </p:cNvPicPr>
          <p:nvPr/>
        </p:nvPicPr>
        <p:blipFill>
          <a:blip r:embed="rId4"/>
          <a:stretch>
            <a:fillRect/>
          </a:stretch>
        </p:blipFill>
        <p:spPr>
          <a:xfrm>
            <a:off x="9582582" y="872730"/>
            <a:ext cx="2609418" cy="1479838"/>
          </a:xfrm>
          <a:prstGeom prst="rect">
            <a:avLst/>
          </a:prstGeom>
        </p:spPr>
      </p:pic>
      <p:pic>
        <p:nvPicPr>
          <p:cNvPr id="10" name="Picture 9"/>
          <p:cNvPicPr>
            <a:picLocks noChangeAspect="1"/>
          </p:cNvPicPr>
          <p:nvPr/>
        </p:nvPicPr>
        <p:blipFill>
          <a:blip r:embed="rId5"/>
          <a:stretch>
            <a:fillRect/>
          </a:stretch>
        </p:blipFill>
        <p:spPr>
          <a:xfrm>
            <a:off x="9725024" y="2805059"/>
            <a:ext cx="2466975" cy="1847850"/>
          </a:xfrm>
          <a:prstGeom prst="rect">
            <a:avLst/>
          </a:prstGeom>
        </p:spPr>
      </p:pic>
    </p:spTree>
    <p:extLst>
      <p:ext uri="{BB962C8B-B14F-4D97-AF65-F5344CB8AC3E}">
        <p14:creationId xmlns:p14="http://schemas.microsoft.com/office/powerpoint/2010/main" val="38072947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668" y="836141"/>
            <a:ext cx="10890664" cy="6096000"/>
          </a:xfrm>
          <a:solidFill>
            <a:schemeClr val="bg1"/>
          </a:solidFill>
        </p:spPr>
        <p:txBody>
          <a:bodyPr>
            <a:noAutofit/>
          </a:bodyPr>
          <a:lstStyle/>
          <a:p>
            <a:pPr marL="0" indent="0" algn="just">
              <a:lnSpc>
                <a:spcPct val="125000"/>
              </a:lnSpc>
              <a:spcBef>
                <a:spcPts val="0"/>
              </a:spcBef>
              <a:buNone/>
            </a:pPr>
            <a:r>
              <a:rPr lang="en-US" sz="3600" b="1" dirty="0"/>
              <a:t>Set SMART objectives:</a:t>
            </a:r>
          </a:p>
          <a:p>
            <a:pPr algn="just">
              <a:lnSpc>
                <a:spcPct val="125000"/>
              </a:lnSpc>
              <a:spcBef>
                <a:spcPts val="0"/>
              </a:spcBef>
            </a:pPr>
            <a:r>
              <a:rPr lang="en-US" sz="3600" b="1" dirty="0">
                <a:solidFill>
                  <a:srgbClr val="FF0000"/>
                </a:solidFill>
              </a:rPr>
              <a:t>S</a:t>
            </a:r>
            <a:r>
              <a:rPr lang="en-US" sz="3600" b="1" dirty="0"/>
              <a:t>imple/specific</a:t>
            </a:r>
          </a:p>
          <a:p>
            <a:pPr algn="just">
              <a:lnSpc>
                <a:spcPct val="125000"/>
              </a:lnSpc>
              <a:spcBef>
                <a:spcPts val="0"/>
              </a:spcBef>
            </a:pPr>
            <a:r>
              <a:rPr lang="en-US" sz="3600" b="1" dirty="0">
                <a:solidFill>
                  <a:srgbClr val="FF0000"/>
                </a:solidFill>
              </a:rPr>
              <a:t>M</a:t>
            </a:r>
            <a:r>
              <a:rPr lang="en-US" sz="3600" b="1" dirty="0"/>
              <a:t>easurable</a:t>
            </a:r>
          </a:p>
          <a:p>
            <a:pPr algn="just">
              <a:lnSpc>
                <a:spcPct val="125000"/>
              </a:lnSpc>
              <a:spcBef>
                <a:spcPts val="0"/>
              </a:spcBef>
            </a:pPr>
            <a:r>
              <a:rPr lang="en-US" sz="3600" b="1" dirty="0">
                <a:solidFill>
                  <a:srgbClr val="FF0000"/>
                </a:solidFill>
              </a:rPr>
              <a:t>A</a:t>
            </a:r>
            <a:r>
              <a:rPr lang="en-US" sz="3600" b="1" dirty="0"/>
              <a:t>chievable/attainable</a:t>
            </a:r>
          </a:p>
          <a:p>
            <a:pPr algn="just">
              <a:lnSpc>
                <a:spcPct val="125000"/>
              </a:lnSpc>
              <a:spcBef>
                <a:spcPts val="0"/>
              </a:spcBef>
            </a:pPr>
            <a:r>
              <a:rPr lang="en-US" sz="3600" b="1" dirty="0">
                <a:solidFill>
                  <a:srgbClr val="FF0000"/>
                </a:solidFill>
              </a:rPr>
              <a:t>R</a:t>
            </a:r>
            <a:r>
              <a:rPr lang="en-US" sz="3600" b="1" dirty="0"/>
              <a:t>ealistic</a:t>
            </a:r>
          </a:p>
          <a:p>
            <a:pPr algn="just">
              <a:lnSpc>
                <a:spcPct val="125000"/>
              </a:lnSpc>
              <a:spcBef>
                <a:spcPts val="0"/>
              </a:spcBef>
            </a:pPr>
            <a:r>
              <a:rPr lang="en-US" sz="3600" b="1" dirty="0">
                <a:solidFill>
                  <a:srgbClr val="FF0000"/>
                </a:solidFill>
              </a:rPr>
              <a:t>T</a:t>
            </a:r>
            <a:r>
              <a:rPr lang="en-US" sz="3600" b="1" dirty="0"/>
              <a:t>imely/time-bound</a:t>
            </a:r>
          </a:p>
          <a:p>
            <a:pPr marL="0" indent="0" algn="just">
              <a:lnSpc>
                <a:spcPct val="125000"/>
              </a:lnSpc>
              <a:spcBef>
                <a:spcPts val="0"/>
              </a:spcBef>
              <a:buNone/>
            </a:pPr>
            <a:endParaRPr lang="en-US" sz="2000" b="1" dirty="0"/>
          </a:p>
          <a:p>
            <a:pPr marL="0" indent="0" algn="just">
              <a:lnSpc>
                <a:spcPct val="125000"/>
              </a:lnSpc>
              <a:spcBef>
                <a:spcPts val="0"/>
              </a:spcBef>
              <a:buNone/>
            </a:pPr>
            <a:r>
              <a:rPr lang="en-US" sz="3600" b="1" dirty="0"/>
              <a:t>Knowing what you want to achieve will help you prioritize your tasks.</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SET SMART GOALS</a:t>
            </a:r>
            <a:endPar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2" name="Picture 1"/>
          <p:cNvPicPr>
            <a:picLocks noChangeAspect="1"/>
          </p:cNvPicPr>
          <p:nvPr/>
        </p:nvPicPr>
        <p:blipFill>
          <a:blip r:embed="rId2"/>
          <a:stretch>
            <a:fillRect/>
          </a:stretch>
        </p:blipFill>
        <p:spPr>
          <a:xfrm>
            <a:off x="6454982" y="836141"/>
            <a:ext cx="5737018" cy="3902016"/>
          </a:xfrm>
          <a:prstGeom prst="rect">
            <a:avLst/>
          </a:prstGeom>
        </p:spPr>
      </p:pic>
    </p:spTree>
    <p:extLst>
      <p:ext uri="{BB962C8B-B14F-4D97-AF65-F5344CB8AC3E}">
        <p14:creationId xmlns:p14="http://schemas.microsoft.com/office/powerpoint/2010/main" val="2792869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 y="836141"/>
            <a:ext cx="10172700" cy="2775859"/>
          </a:xfrm>
          <a:solidFill>
            <a:schemeClr val="bg1"/>
          </a:solidFill>
        </p:spPr>
        <p:txBody>
          <a:bodyPr>
            <a:noAutofit/>
          </a:bodyPr>
          <a:lstStyle/>
          <a:p>
            <a:pPr algn="just">
              <a:lnSpc>
                <a:spcPct val="150000"/>
              </a:lnSpc>
              <a:spcBef>
                <a:spcPts val="0"/>
              </a:spcBef>
            </a:pPr>
            <a:r>
              <a:rPr lang="en-US" sz="3400" b="1" dirty="0"/>
              <a:t>Avoid distractions (internal &amp; external)</a:t>
            </a:r>
          </a:p>
          <a:p>
            <a:pPr algn="just">
              <a:lnSpc>
                <a:spcPct val="150000"/>
              </a:lnSpc>
              <a:spcBef>
                <a:spcPts val="0"/>
              </a:spcBef>
            </a:pPr>
            <a:r>
              <a:rPr lang="en-US" sz="3400" b="1" dirty="0"/>
              <a:t>Distractions are time wasters. </a:t>
            </a:r>
          </a:p>
          <a:p>
            <a:pPr algn="just">
              <a:lnSpc>
                <a:spcPct val="150000"/>
              </a:lnSpc>
              <a:spcBef>
                <a:spcPts val="0"/>
              </a:spcBef>
            </a:pPr>
            <a:r>
              <a:rPr lang="en-US" sz="3400" b="1" dirty="0"/>
              <a:t>Identify common distractions and do</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ELIMINATE DISTRACTIONS</a:t>
            </a:r>
          </a:p>
        </p:txBody>
      </p:sp>
      <p:sp>
        <p:nvSpPr>
          <p:cNvPr id="7" name="Content Placeholder 4"/>
          <p:cNvSpPr txBox="1">
            <a:spLocks/>
          </p:cNvSpPr>
          <p:nvPr/>
        </p:nvSpPr>
        <p:spPr>
          <a:xfrm>
            <a:off x="152400" y="3090150"/>
            <a:ext cx="11677650" cy="3767850"/>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spcBef>
                <a:spcPts val="0"/>
              </a:spcBef>
              <a:buNone/>
            </a:pPr>
            <a:r>
              <a:rPr lang="en-US" sz="3400" b="1" dirty="0"/>
              <a:t>   your best to minimize/eliminate them during </a:t>
            </a:r>
          </a:p>
          <a:p>
            <a:pPr marL="0" indent="0" algn="just">
              <a:lnSpc>
                <a:spcPct val="150000"/>
              </a:lnSpc>
              <a:spcBef>
                <a:spcPts val="0"/>
              </a:spcBef>
              <a:buNone/>
            </a:pPr>
            <a:r>
              <a:rPr lang="en-US" sz="3400" b="1" dirty="0"/>
              <a:t>   designated study or work times. </a:t>
            </a:r>
          </a:p>
          <a:p>
            <a:pPr algn="just">
              <a:lnSpc>
                <a:spcPct val="150000"/>
              </a:lnSpc>
              <a:spcBef>
                <a:spcPts val="0"/>
              </a:spcBef>
            </a:pPr>
            <a:r>
              <a:rPr lang="en-US" sz="3400" b="1" dirty="0"/>
              <a:t>This may involve finding a quiet study space, or using website blockers to limit access to distracting websites.</a:t>
            </a:r>
          </a:p>
        </p:txBody>
      </p:sp>
      <p:pic>
        <p:nvPicPr>
          <p:cNvPr id="2" name="Picture 1"/>
          <p:cNvPicPr>
            <a:picLocks noChangeAspect="1"/>
          </p:cNvPicPr>
          <p:nvPr/>
        </p:nvPicPr>
        <p:blipFill>
          <a:blip r:embed="rId2"/>
          <a:stretch>
            <a:fillRect/>
          </a:stretch>
        </p:blipFill>
        <p:spPr>
          <a:xfrm>
            <a:off x="8667750" y="836142"/>
            <a:ext cx="3524250" cy="2517322"/>
          </a:xfrm>
          <a:prstGeom prst="rect">
            <a:avLst/>
          </a:prstGeom>
        </p:spPr>
      </p:pic>
    </p:spTree>
    <p:extLst>
      <p:ext uri="{BB962C8B-B14F-4D97-AF65-F5344CB8AC3E}">
        <p14:creationId xmlns:p14="http://schemas.microsoft.com/office/powerpoint/2010/main" val="27404347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668" y="836141"/>
            <a:ext cx="10890664" cy="6096000"/>
          </a:xfrm>
          <a:solidFill>
            <a:schemeClr val="bg1"/>
          </a:solidFill>
        </p:spPr>
        <p:txBody>
          <a:bodyPr>
            <a:noAutofit/>
          </a:bodyPr>
          <a:lstStyle/>
          <a:p>
            <a:pPr algn="just">
              <a:lnSpc>
                <a:spcPct val="150000"/>
              </a:lnSpc>
              <a:spcBef>
                <a:spcPts val="0"/>
              </a:spcBef>
            </a:pPr>
            <a:r>
              <a:rPr lang="en-US" sz="3200" b="1" dirty="0"/>
              <a:t>You are being asked to take on various responsibilities</a:t>
            </a:r>
          </a:p>
          <a:p>
            <a:pPr algn="just">
              <a:lnSpc>
                <a:spcPct val="150000"/>
              </a:lnSpc>
              <a:spcBef>
                <a:spcPts val="0"/>
              </a:spcBef>
            </a:pPr>
            <a:r>
              <a:rPr lang="en-US" sz="3200" b="1" dirty="0"/>
              <a:t>It's essential to set boundaries and say no when you're stretched too thin.</a:t>
            </a:r>
          </a:p>
          <a:p>
            <a:pPr algn="just">
              <a:lnSpc>
                <a:spcPct val="150000"/>
              </a:lnSpc>
              <a:spcBef>
                <a:spcPts val="0"/>
              </a:spcBef>
            </a:pPr>
            <a:r>
              <a:rPr lang="en-US" sz="3200" b="1" dirty="0"/>
              <a:t>Be selective and don't overcommit.</a:t>
            </a:r>
          </a:p>
          <a:p>
            <a:pPr algn="just">
              <a:lnSpc>
                <a:spcPct val="150000"/>
              </a:lnSpc>
              <a:spcBef>
                <a:spcPts val="0"/>
              </a:spcBef>
            </a:pPr>
            <a:r>
              <a:rPr lang="en-US" sz="3200" b="1" dirty="0"/>
              <a:t>Overcommitting can lead to burnout and negatively impact both your academics and leadership role.</a:t>
            </a:r>
          </a:p>
          <a:p>
            <a:pPr algn="just">
              <a:lnSpc>
                <a:spcPct val="150000"/>
              </a:lnSpc>
              <a:spcBef>
                <a:spcPts val="0"/>
              </a:spcBef>
            </a:pPr>
            <a:r>
              <a:rPr lang="en-US" sz="3200" b="1" dirty="0">
                <a:solidFill>
                  <a:srgbClr val="FF0000"/>
                </a:solidFill>
              </a:rPr>
              <a:t>Politely decline opportunities that you can't manage effectively.</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LEARN TO SAY NO</a:t>
            </a:r>
          </a:p>
        </p:txBody>
      </p:sp>
      <p:pic>
        <p:nvPicPr>
          <p:cNvPr id="2" name="Picture 1"/>
          <p:cNvPicPr>
            <a:picLocks noChangeAspect="1"/>
          </p:cNvPicPr>
          <p:nvPr/>
        </p:nvPicPr>
        <p:blipFill>
          <a:blip r:embed="rId2"/>
          <a:stretch>
            <a:fillRect/>
          </a:stretch>
        </p:blipFill>
        <p:spPr>
          <a:xfrm>
            <a:off x="9734550" y="2190750"/>
            <a:ext cx="2457450" cy="1866900"/>
          </a:xfrm>
          <a:prstGeom prst="rect">
            <a:avLst/>
          </a:prstGeom>
        </p:spPr>
      </p:pic>
    </p:spTree>
    <p:extLst>
      <p:ext uri="{BB962C8B-B14F-4D97-AF65-F5344CB8AC3E}">
        <p14:creationId xmlns:p14="http://schemas.microsoft.com/office/powerpoint/2010/main" val="28534845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668" y="836141"/>
            <a:ext cx="10890664" cy="6096000"/>
          </a:xfrm>
          <a:solidFill>
            <a:schemeClr val="bg1"/>
          </a:solidFill>
        </p:spPr>
        <p:txBody>
          <a:bodyPr>
            <a:noAutofit/>
          </a:bodyPr>
          <a:lstStyle/>
          <a:p>
            <a:pPr algn="just">
              <a:lnSpc>
                <a:spcPct val="150000"/>
              </a:lnSpc>
              <a:spcBef>
                <a:spcPts val="0"/>
              </a:spcBef>
            </a:pPr>
            <a:r>
              <a:rPr lang="en-US" sz="4000" b="1" dirty="0">
                <a:solidFill>
                  <a:srgbClr val="FF0000"/>
                </a:solidFill>
              </a:rPr>
              <a:t>Keep your workspace</a:t>
            </a:r>
            <a:r>
              <a:rPr lang="en-US" sz="4000" b="1" dirty="0"/>
              <a:t>, both physically and digitally, </a:t>
            </a:r>
            <a:r>
              <a:rPr lang="en-US" sz="4000" b="1" dirty="0">
                <a:solidFill>
                  <a:srgbClr val="FF0000"/>
                </a:solidFill>
              </a:rPr>
              <a:t>organized</a:t>
            </a:r>
            <a:r>
              <a:rPr lang="en-US" sz="4000" b="1" dirty="0"/>
              <a:t>. </a:t>
            </a:r>
          </a:p>
          <a:p>
            <a:pPr algn="just">
              <a:lnSpc>
                <a:spcPct val="150000"/>
              </a:lnSpc>
              <a:spcBef>
                <a:spcPts val="0"/>
              </a:spcBef>
            </a:pPr>
            <a:r>
              <a:rPr lang="en-US" sz="4000" b="1" dirty="0"/>
              <a:t>Being able to quickly access what you need will save you time and reduce frustration.</a:t>
            </a:r>
          </a:p>
          <a:p>
            <a:pPr algn="just">
              <a:lnSpc>
                <a:spcPct val="150000"/>
              </a:lnSpc>
              <a:spcBef>
                <a:spcPts val="0"/>
              </a:spcBef>
            </a:pPr>
            <a:r>
              <a:rPr lang="en-US" sz="4000" b="1" dirty="0">
                <a:solidFill>
                  <a:srgbClr val="FF0000"/>
                </a:solidFill>
              </a:rPr>
              <a:t>This is important because looking for what is not lost can be </a:t>
            </a:r>
            <a:r>
              <a:rPr lang="en-US" sz="4000" b="1" dirty="0">
                <a:solidFill>
                  <a:srgbClr val="7030A0"/>
                </a:solidFill>
              </a:rPr>
              <a:t>very</a:t>
            </a:r>
            <a:r>
              <a:rPr lang="en-US" sz="4000" b="1" dirty="0">
                <a:solidFill>
                  <a:srgbClr val="FF0000"/>
                </a:solidFill>
              </a:rPr>
              <a:t> frustrating. </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STAY ORGANIZED </a:t>
            </a:r>
          </a:p>
        </p:txBody>
      </p:sp>
    </p:spTree>
    <p:extLst>
      <p:ext uri="{BB962C8B-B14F-4D97-AF65-F5344CB8AC3E}">
        <p14:creationId xmlns:p14="http://schemas.microsoft.com/office/powerpoint/2010/main" val="3734340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50668" y="836141"/>
            <a:ext cx="10890664" cy="6096000"/>
          </a:xfrm>
          <a:solidFill>
            <a:schemeClr val="bg1"/>
          </a:solidFill>
        </p:spPr>
        <p:txBody>
          <a:bodyPr>
            <a:noAutofit/>
          </a:bodyPr>
          <a:lstStyle/>
          <a:p>
            <a:pPr algn="just">
              <a:lnSpc>
                <a:spcPct val="150000"/>
              </a:lnSpc>
              <a:spcBef>
                <a:spcPts val="0"/>
              </a:spcBef>
            </a:pPr>
            <a:r>
              <a:rPr lang="en-US" sz="4000" b="1" dirty="0"/>
              <a:t>Take care of yourself.</a:t>
            </a:r>
          </a:p>
          <a:p>
            <a:pPr algn="just">
              <a:lnSpc>
                <a:spcPct val="150000"/>
              </a:lnSpc>
              <a:spcBef>
                <a:spcPts val="0"/>
              </a:spcBef>
            </a:pPr>
            <a:endParaRPr lang="en-US" sz="2000" b="1" dirty="0">
              <a:solidFill>
                <a:srgbClr val="7030A0"/>
              </a:solidFill>
            </a:endParaRPr>
          </a:p>
          <a:p>
            <a:pPr algn="just">
              <a:lnSpc>
                <a:spcPct val="150000"/>
              </a:lnSpc>
              <a:spcBef>
                <a:spcPts val="0"/>
              </a:spcBef>
            </a:pPr>
            <a:r>
              <a:rPr lang="en-US" sz="4000" b="1" dirty="0">
                <a:solidFill>
                  <a:srgbClr val="7030A0"/>
                </a:solidFill>
              </a:rPr>
              <a:t>Rest, exercise and relax.  </a:t>
            </a:r>
          </a:p>
          <a:p>
            <a:pPr marL="0" indent="0" algn="just">
              <a:lnSpc>
                <a:spcPct val="150000"/>
              </a:lnSpc>
              <a:spcBef>
                <a:spcPts val="0"/>
              </a:spcBef>
              <a:buNone/>
            </a:pPr>
            <a:r>
              <a:rPr lang="en-US" sz="4000" b="1" dirty="0">
                <a:solidFill>
                  <a:srgbClr val="FF0000"/>
                </a:solidFill>
              </a:rPr>
              <a:t>“… and he rested on the seventh day”</a:t>
            </a:r>
          </a:p>
          <a:p>
            <a:pPr algn="just">
              <a:lnSpc>
                <a:spcPct val="150000"/>
              </a:lnSpc>
              <a:spcBef>
                <a:spcPts val="0"/>
              </a:spcBef>
            </a:pPr>
            <a:endParaRPr lang="en-US" sz="1100" b="1" dirty="0"/>
          </a:p>
          <a:p>
            <a:pPr algn="just">
              <a:lnSpc>
                <a:spcPct val="150000"/>
              </a:lnSpc>
              <a:spcBef>
                <a:spcPts val="0"/>
              </a:spcBef>
            </a:pPr>
            <a:r>
              <a:rPr lang="en-US" sz="4000" b="1" dirty="0"/>
              <a:t>A healthy and well-rested leader is more effective in both academic and leadership roles.</a:t>
            </a:r>
          </a:p>
          <a:p>
            <a:pPr algn="just">
              <a:lnSpc>
                <a:spcPct val="150000"/>
              </a:lnSpc>
              <a:spcBef>
                <a:spcPts val="0"/>
              </a:spcBef>
            </a:pPr>
            <a:endParaRPr lang="en-US" sz="4000" b="1" dirty="0"/>
          </a:p>
          <a:p>
            <a:pPr algn="just">
              <a:lnSpc>
                <a:spcPct val="150000"/>
              </a:lnSpc>
              <a:spcBef>
                <a:spcPts val="0"/>
              </a:spcBef>
            </a:pPr>
            <a:endParaRPr lang="en-US" sz="4000" b="1" dirty="0"/>
          </a:p>
          <a:p>
            <a:pPr algn="just">
              <a:lnSpc>
                <a:spcPct val="150000"/>
              </a:lnSpc>
              <a:spcBef>
                <a:spcPts val="0"/>
              </a:spcBef>
            </a:pPr>
            <a:endParaRPr lang="en-US" sz="4000" b="1" dirty="0"/>
          </a:p>
          <a:p>
            <a:pPr algn="just">
              <a:lnSpc>
                <a:spcPct val="150000"/>
              </a:lnSpc>
              <a:spcBef>
                <a:spcPts val="0"/>
              </a:spcBef>
            </a:pPr>
            <a:endParaRPr lang="en-US" sz="4000" b="1" dirty="0"/>
          </a:p>
          <a:p>
            <a:pPr algn="just">
              <a:lnSpc>
                <a:spcPct val="150000"/>
              </a:lnSpc>
              <a:spcBef>
                <a:spcPts val="0"/>
              </a:spcBef>
            </a:pPr>
            <a:endParaRPr lang="en-US" sz="4000" b="1" dirty="0"/>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rPr>
              <a:t>Practice self-care</a:t>
            </a:r>
          </a:p>
        </p:txBody>
      </p:sp>
      <p:pic>
        <p:nvPicPr>
          <p:cNvPr id="2" name="Picture 1"/>
          <p:cNvPicPr>
            <a:picLocks noChangeAspect="1"/>
          </p:cNvPicPr>
          <p:nvPr/>
        </p:nvPicPr>
        <p:blipFill>
          <a:blip r:embed="rId2"/>
          <a:stretch>
            <a:fillRect/>
          </a:stretch>
        </p:blipFill>
        <p:spPr>
          <a:xfrm>
            <a:off x="8362950" y="836141"/>
            <a:ext cx="3829050" cy="2554759"/>
          </a:xfrm>
          <a:prstGeom prst="rect">
            <a:avLst/>
          </a:prstGeom>
        </p:spPr>
      </p:pic>
    </p:spTree>
    <p:extLst>
      <p:ext uri="{BB962C8B-B14F-4D97-AF65-F5344CB8AC3E}">
        <p14:creationId xmlns:p14="http://schemas.microsoft.com/office/powerpoint/2010/main" val="5119989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809239" y="834630"/>
            <a:ext cx="3173211" cy="6023370"/>
          </a:xfrm>
          <a:prstGeom prst="rect">
            <a:avLst/>
          </a:prstGeom>
        </p:spPr>
      </p:pic>
      <p:sp>
        <p:nvSpPr>
          <p:cNvPr id="5" name="Content Placeholder 4"/>
          <p:cNvSpPr>
            <a:spLocks noGrp="1"/>
          </p:cNvSpPr>
          <p:nvPr>
            <p:ph idx="1"/>
          </p:nvPr>
        </p:nvSpPr>
        <p:spPr>
          <a:xfrm>
            <a:off x="650668" y="836141"/>
            <a:ext cx="8093282" cy="6096000"/>
          </a:xfrm>
          <a:solidFill>
            <a:schemeClr val="bg1"/>
          </a:solidFill>
        </p:spPr>
        <p:txBody>
          <a:bodyPr>
            <a:noAutofit/>
          </a:bodyPr>
          <a:lstStyle/>
          <a:p>
            <a:pPr algn="just">
              <a:lnSpc>
                <a:spcPct val="150000"/>
              </a:lnSpc>
              <a:spcBef>
                <a:spcPts val="0"/>
              </a:spcBef>
            </a:pPr>
            <a:r>
              <a:rPr lang="en-US" sz="3600" b="1" dirty="0">
                <a:solidFill>
                  <a:srgbClr val="FF0000"/>
                </a:solidFill>
              </a:rPr>
              <a:t>Do not be ashamed to ask for help.</a:t>
            </a:r>
          </a:p>
          <a:p>
            <a:pPr algn="just">
              <a:lnSpc>
                <a:spcPct val="150000"/>
              </a:lnSpc>
              <a:spcBef>
                <a:spcPts val="0"/>
              </a:spcBef>
            </a:pPr>
            <a:r>
              <a:rPr lang="en-US" sz="3600" b="1" dirty="0"/>
              <a:t>Ask for help or support from professors, lecturers, peers, or mentors when needed.</a:t>
            </a:r>
          </a:p>
          <a:p>
            <a:pPr algn="just">
              <a:lnSpc>
                <a:spcPct val="150000"/>
              </a:lnSpc>
              <a:spcBef>
                <a:spcPts val="0"/>
              </a:spcBef>
            </a:pPr>
            <a:r>
              <a:rPr lang="en-US" sz="3600" b="1" dirty="0"/>
              <a:t>They can offer guidance and help you navigate your responsibilities more efficiently.</a:t>
            </a:r>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US" sz="4400" b="1" dirty="0"/>
              <a:t>Seek support</a:t>
            </a:r>
            <a:endParaRPr lang="en-GB"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2" name="Picture 1"/>
          <p:cNvPicPr>
            <a:picLocks noChangeAspect="1"/>
          </p:cNvPicPr>
          <p:nvPr/>
        </p:nvPicPr>
        <p:blipFill>
          <a:blip r:embed="rId3"/>
          <a:stretch>
            <a:fillRect/>
          </a:stretch>
        </p:blipFill>
        <p:spPr>
          <a:xfrm>
            <a:off x="9363075" y="832245"/>
            <a:ext cx="2619375" cy="1743075"/>
          </a:xfrm>
          <a:prstGeom prst="rect">
            <a:avLst/>
          </a:prstGeom>
        </p:spPr>
      </p:pic>
      <p:pic>
        <p:nvPicPr>
          <p:cNvPr id="3" name="Picture 2"/>
          <p:cNvPicPr>
            <a:picLocks noChangeAspect="1"/>
          </p:cNvPicPr>
          <p:nvPr/>
        </p:nvPicPr>
        <p:blipFill>
          <a:blip r:embed="rId4"/>
          <a:stretch>
            <a:fillRect/>
          </a:stretch>
        </p:blipFill>
        <p:spPr>
          <a:xfrm>
            <a:off x="9363075" y="2859285"/>
            <a:ext cx="2619375" cy="1417039"/>
          </a:xfrm>
          <a:prstGeom prst="rect">
            <a:avLst/>
          </a:prstGeom>
        </p:spPr>
      </p:pic>
      <p:pic>
        <p:nvPicPr>
          <p:cNvPr id="4" name="Picture 3"/>
          <p:cNvPicPr>
            <a:picLocks noChangeAspect="1"/>
          </p:cNvPicPr>
          <p:nvPr/>
        </p:nvPicPr>
        <p:blipFill>
          <a:blip r:embed="rId5"/>
          <a:stretch>
            <a:fillRect/>
          </a:stretch>
        </p:blipFill>
        <p:spPr>
          <a:xfrm>
            <a:off x="9363075" y="4476751"/>
            <a:ext cx="2381249" cy="2381249"/>
          </a:xfrm>
          <a:prstGeom prst="rect">
            <a:avLst/>
          </a:prstGeom>
        </p:spPr>
      </p:pic>
    </p:spTree>
    <p:extLst>
      <p:ext uri="{BB962C8B-B14F-4D97-AF65-F5344CB8AC3E}">
        <p14:creationId xmlns:p14="http://schemas.microsoft.com/office/powerpoint/2010/main" val="39160528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76518" y="838200"/>
            <a:ext cx="11470341" cy="6019800"/>
          </a:xfrm>
          <a:solidFill>
            <a:schemeClr val="bg1"/>
          </a:solidFill>
        </p:spPr>
        <p:txBody>
          <a:bodyPr>
            <a:noAutofit/>
          </a:bodyPr>
          <a:lstStyle/>
          <a:p>
            <a:pPr marL="509588" indent="-509588" algn="just">
              <a:lnSpc>
                <a:spcPct val="150000"/>
              </a:lnSpc>
              <a:spcBef>
                <a:spcPts val="0"/>
              </a:spcBef>
              <a:buFont typeface="Wingdings" panose="05000000000000000000" pitchFamily="2" charset="2"/>
              <a:buChar char="ü"/>
            </a:pPr>
            <a:r>
              <a:rPr lang="en-US" sz="3200" b="1" dirty="0">
                <a:solidFill>
                  <a:schemeClr val="tx1"/>
                </a:solidFill>
              </a:rPr>
              <a:t>Remember that managing time effectively as a student is an ongoing process. </a:t>
            </a:r>
          </a:p>
          <a:p>
            <a:pPr marL="509588" indent="-509588" algn="just">
              <a:lnSpc>
                <a:spcPct val="150000"/>
              </a:lnSpc>
              <a:spcBef>
                <a:spcPts val="0"/>
              </a:spcBef>
              <a:buFont typeface="Wingdings" panose="05000000000000000000" pitchFamily="2" charset="2"/>
              <a:buChar char="ü"/>
            </a:pPr>
            <a:endParaRPr lang="en-US" b="1" dirty="0">
              <a:solidFill>
                <a:schemeClr val="tx1"/>
              </a:solidFill>
            </a:endParaRPr>
          </a:p>
          <a:p>
            <a:pPr marL="509588" indent="-509588" algn="just">
              <a:lnSpc>
                <a:spcPct val="150000"/>
              </a:lnSpc>
              <a:spcBef>
                <a:spcPts val="0"/>
              </a:spcBef>
              <a:buFont typeface="Wingdings" panose="05000000000000000000" pitchFamily="2" charset="2"/>
              <a:buChar char="ü"/>
            </a:pPr>
            <a:r>
              <a:rPr lang="en-US" sz="3200" b="1" dirty="0">
                <a:solidFill>
                  <a:srgbClr val="FF0000"/>
                </a:solidFill>
              </a:rPr>
              <a:t>It's crucial to be flexible and adapt your strategies as your responsibilities and circumstances change.</a:t>
            </a:r>
          </a:p>
          <a:p>
            <a:pPr marL="509588" indent="-509588" algn="just">
              <a:lnSpc>
                <a:spcPct val="150000"/>
              </a:lnSpc>
              <a:spcBef>
                <a:spcPts val="0"/>
              </a:spcBef>
              <a:buFont typeface="Wingdings" panose="05000000000000000000" pitchFamily="2" charset="2"/>
              <a:buChar char="ü"/>
            </a:pPr>
            <a:endParaRPr lang="en-US" b="1" dirty="0">
              <a:solidFill>
                <a:schemeClr val="tx1"/>
              </a:solidFill>
            </a:endParaRPr>
          </a:p>
          <a:p>
            <a:pPr marL="509588" indent="-509588" algn="just">
              <a:lnSpc>
                <a:spcPct val="150000"/>
              </a:lnSpc>
              <a:spcBef>
                <a:spcPts val="0"/>
              </a:spcBef>
              <a:buFont typeface="Wingdings" panose="05000000000000000000" pitchFamily="2" charset="2"/>
              <a:buChar char="ü"/>
            </a:pPr>
            <a:r>
              <a:rPr lang="en-US" sz="3200" b="1" dirty="0">
                <a:solidFill>
                  <a:schemeClr val="tx1"/>
                </a:solidFill>
              </a:rPr>
              <a:t>With practice and persistence, you can balance your academic and other commitments successfully.</a:t>
            </a:r>
            <a:endParaRPr lang="en-US" sz="3200" dirty="0"/>
          </a:p>
        </p:txBody>
      </p:sp>
      <p:sp>
        <p:nvSpPr>
          <p:cNvPr id="6" name="Title 1"/>
          <p:cNvSpPr txBox="1">
            <a:spLocks/>
          </p:cNvSpPr>
          <p:nvPr/>
        </p:nvSpPr>
        <p:spPr>
          <a:xfrm>
            <a:off x="0" y="0"/>
            <a:ext cx="12192000" cy="8382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Conclusion </a:t>
            </a:r>
          </a:p>
        </p:txBody>
      </p:sp>
    </p:spTree>
    <p:extLst>
      <p:ext uri="{BB962C8B-B14F-4D97-AF65-F5344CB8AC3E}">
        <p14:creationId xmlns:p14="http://schemas.microsoft.com/office/powerpoint/2010/main" val="381220012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0"/>
            <a:ext cx="12192000" cy="6858000"/>
          </a:xfrm>
          <a:solidFill>
            <a:schemeClr val="bg1"/>
          </a:solidFill>
        </p:spPr>
        <p:txBody>
          <a:bodyPr anchor="ctr">
            <a:noAutofit/>
          </a:bodyPr>
          <a:lstStyle/>
          <a:p>
            <a:pPr marL="0" indent="0" algn="ctr">
              <a:lnSpc>
                <a:spcPct val="150000"/>
              </a:lnSpc>
              <a:spcBef>
                <a:spcPts val="0"/>
              </a:spcBef>
              <a:buNone/>
            </a:pPr>
            <a:r>
              <a:rPr lang="en-US" sz="8000" b="1" dirty="0">
                <a:solidFill>
                  <a:srgbClr val="FF0000"/>
                </a:solidFill>
                <a:latin typeface="Tahoma" panose="020B0604030504040204" pitchFamily="34" charset="0"/>
                <a:ea typeface="Tahoma" panose="020B0604030504040204" pitchFamily="34" charset="0"/>
                <a:cs typeface="Tahoma" panose="020B0604030504040204" pitchFamily="34" charset="0"/>
              </a:rPr>
              <a:t>YOU WILL </a:t>
            </a:r>
          </a:p>
          <a:p>
            <a:pPr marL="0" indent="0" algn="ctr">
              <a:lnSpc>
                <a:spcPct val="150000"/>
              </a:lnSpc>
              <a:spcBef>
                <a:spcPts val="0"/>
              </a:spcBef>
              <a:buNone/>
            </a:pPr>
            <a:r>
              <a:rPr lang="en-US" sz="8000" b="1" dirty="0">
                <a:solidFill>
                  <a:srgbClr val="FF0000"/>
                </a:solidFill>
                <a:latin typeface="Tahoma" panose="020B0604030504040204" pitchFamily="34" charset="0"/>
                <a:ea typeface="Tahoma" panose="020B0604030504040204" pitchFamily="34" charset="0"/>
                <a:cs typeface="Tahoma" panose="020B0604030504040204" pitchFamily="34" charset="0"/>
              </a:rPr>
              <a:t>EXCEL AND </a:t>
            </a:r>
          </a:p>
          <a:p>
            <a:pPr marL="0" indent="0" algn="ctr">
              <a:lnSpc>
                <a:spcPct val="150000"/>
              </a:lnSpc>
              <a:spcBef>
                <a:spcPts val="0"/>
              </a:spcBef>
              <a:buNone/>
            </a:pPr>
            <a:r>
              <a:rPr lang="en-US" sz="8000" b="1" dirty="0">
                <a:solidFill>
                  <a:srgbClr val="FF0000"/>
                </a:solidFill>
                <a:latin typeface="Tahoma" panose="020B0604030504040204" pitchFamily="34" charset="0"/>
                <a:ea typeface="Tahoma" panose="020B0604030504040204" pitchFamily="34" charset="0"/>
                <a:cs typeface="Tahoma" panose="020B0604030504040204" pitchFamily="34" charset="0"/>
              </a:rPr>
              <a:t>SUCCEED!</a:t>
            </a:r>
            <a:endParaRPr lang="en-US" sz="8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5507602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0" y="0"/>
            <a:ext cx="12192000" cy="6858000"/>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spcAft>
                <a:spcPts val="2000"/>
              </a:spcAft>
              <a:buFont typeface="Wingdings 3" charset="2"/>
              <a:buNone/>
            </a:pPr>
            <a:r>
              <a:rPr lang="en-US" sz="3200" dirty="0">
                <a:solidFill>
                  <a:schemeClr val="bg1"/>
                </a:solidFill>
              </a:rPr>
              <a:t>Good</a:t>
            </a:r>
            <a:endParaRPr lang="en-US" sz="16600" dirty="0">
              <a:solidFill>
                <a:schemeClr val="bg1"/>
              </a:solidFill>
            </a:endParaRPr>
          </a:p>
        </p:txBody>
      </p:sp>
      <p:sp>
        <p:nvSpPr>
          <p:cNvPr id="3" name="Content Placeholder 2"/>
          <p:cNvSpPr>
            <a:spLocks noGrp="1"/>
          </p:cNvSpPr>
          <p:nvPr>
            <p:ph idx="1"/>
          </p:nvPr>
        </p:nvSpPr>
        <p:spPr>
          <a:xfrm>
            <a:off x="514350" y="0"/>
            <a:ext cx="10934700" cy="6858000"/>
          </a:xfrm>
          <a:solidFill>
            <a:schemeClr val="bg1"/>
          </a:solidFill>
        </p:spPr>
        <p:txBody>
          <a:bodyPr>
            <a:noAutofit/>
          </a:bodyPr>
          <a:lstStyle/>
          <a:p>
            <a:pPr marL="0" indent="0" algn="ctr">
              <a:spcAft>
                <a:spcPts val="2000"/>
              </a:spcAft>
              <a:buNone/>
            </a:pPr>
            <a:endParaRPr lang="en-US" sz="2800" dirty="0">
              <a:solidFill>
                <a:srgbClr val="FF0000"/>
              </a:solidFill>
            </a:endParaRPr>
          </a:p>
          <a:p>
            <a:pPr marL="0" indent="0" algn="ctr">
              <a:spcAft>
                <a:spcPts val="2000"/>
              </a:spcAft>
              <a:buNone/>
            </a:pPr>
            <a:r>
              <a:rPr lang="en-US" sz="6000" dirty="0" err="1">
                <a:solidFill>
                  <a:srgbClr val="FF0000"/>
                </a:solidFill>
              </a:rPr>
              <a:t>Seest</a:t>
            </a:r>
            <a:r>
              <a:rPr lang="en-US" sz="6000" dirty="0">
                <a:solidFill>
                  <a:srgbClr val="FF0000"/>
                </a:solidFill>
              </a:rPr>
              <a:t> thou a man diligent in his business? he shall stand before kings; he shall not stand before mean men.</a:t>
            </a:r>
          </a:p>
          <a:p>
            <a:pPr marL="0" indent="0" algn="r">
              <a:spcAft>
                <a:spcPts val="2000"/>
              </a:spcAft>
              <a:buNone/>
            </a:pPr>
            <a:r>
              <a:rPr lang="en-US" sz="6000" dirty="0">
                <a:solidFill>
                  <a:srgbClr val="FF0000"/>
                </a:solidFill>
              </a:rPr>
              <a:t>- Prov. 22:29</a:t>
            </a:r>
            <a:endParaRPr lang="en-US" sz="6000" baseline="30000" dirty="0">
              <a:solidFill>
                <a:srgbClr val="FF0000"/>
              </a:solidFill>
            </a:endParaRPr>
          </a:p>
          <a:p>
            <a:pPr marL="0" indent="0" algn="ctr">
              <a:spcAft>
                <a:spcPts val="2000"/>
              </a:spcAft>
              <a:buNone/>
            </a:pPr>
            <a:endParaRPr lang="en-US" sz="13800" dirty="0">
              <a:solidFill>
                <a:srgbClr val="FF0000"/>
              </a:solidFill>
            </a:endParaRPr>
          </a:p>
        </p:txBody>
      </p:sp>
    </p:spTree>
    <p:extLst>
      <p:ext uri="{BB962C8B-B14F-4D97-AF65-F5344CB8AC3E}">
        <p14:creationId xmlns:p14="http://schemas.microsoft.com/office/powerpoint/2010/main" val="131026065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76200"/>
            <a:ext cx="12192000" cy="7242259"/>
          </a:xfrm>
          <a:prstGeom prst="rect">
            <a:avLst/>
          </a:prstGeom>
        </p:spPr>
      </p:pic>
    </p:spTree>
    <p:extLst>
      <p:ext uri="{BB962C8B-B14F-4D97-AF65-F5344CB8AC3E}">
        <p14:creationId xmlns:p14="http://schemas.microsoft.com/office/powerpoint/2010/main" val="575667121"/>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1650</TotalTime>
  <Words>791</Words>
  <Application>Microsoft Office PowerPoint</Application>
  <PresentationFormat>Widescreen</PresentationFormat>
  <Paragraphs>124</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Aharoni</vt:lpstr>
      <vt:lpstr>AR DECODE</vt:lpstr>
      <vt:lpstr>Arial</vt:lpstr>
      <vt:lpstr>Arial Black</vt:lpstr>
      <vt:lpstr>Tahoma</vt:lpstr>
      <vt:lpstr>Times New Roman</vt:lpstr>
      <vt:lpstr>Trebuchet MS</vt:lpstr>
      <vt:lpstr>Wingdings</vt:lpstr>
      <vt:lpstr>Wingdings 3</vt:lpstr>
      <vt:lpstr>Facet</vt:lpstr>
      <vt:lpstr>TIME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Prof Isaac oye</dc:creator>
  <cp:lastModifiedBy>adeju</cp:lastModifiedBy>
  <cp:revision>114</cp:revision>
  <dcterms:created xsi:type="dcterms:W3CDTF">2023-09-23T07:29:15Z</dcterms:created>
  <dcterms:modified xsi:type="dcterms:W3CDTF">2025-11-04T15:46:57Z</dcterms:modified>
</cp:coreProperties>
</file>