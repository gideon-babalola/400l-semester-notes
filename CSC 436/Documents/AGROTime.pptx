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5" r:id="rId3"/>
    <p:sldId id="264" r:id="rId4"/>
    <p:sldId id="259" r:id="rId5"/>
    <p:sldId id="268" r:id="rId6"/>
    <p:sldId id="267" r:id="rId7"/>
    <p:sldId id="270" r:id="rId8"/>
    <p:sldId id="263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66" d="100"/>
          <a:sy n="66" d="100"/>
        </p:scale>
        <p:origin x="667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C82B7-5AD1-42A3-894A-B90CD0D12792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0E2ED-C0A1-4804-803D-C2C3B3E4B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65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QckxruozjRg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QckxruozjRg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https://unsplash.com/photos/QckxruozjRg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6AD636-82ED-4A18-8FDB-54CE1FA8CB5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907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https://unsplash.com/photos/QckxruozjRg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6AD636-82ED-4A18-8FDB-54CE1FA8CB5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69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D370-9C5C-4D09-B8D6-5DE65234313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068DD-0BCF-45BE-8546-A9B00F5F3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47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D370-9C5C-4D09-B8D6-5DE65234313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068DD-0BCF-45BE-8546-A9B00F5F3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4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D370-9C5C-4D09-B8D6-5DE65234313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068DD-0BCF-45BE-8546-A9B00F5F3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6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D370-9C5C-4D09-B8D6-5DE65234313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068DD-0BCF-45BE-8546-A9B00F5F3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1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D370-9C5C-4D09-B8D6-5DE65234313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068DD-0BCF-45BE-8546-A9B00F5F3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5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D370-9C5C-4D09-B8D6-5DE65234313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068DD-0BCF-45BE-8546-A9B00F5F3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86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D370-9C5C-4D09-B8D6-5DE65234313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068DD-0BCF-45BE-8546-A9B00F5F3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D370-9C5C-4D09-B8D6-5DE65234313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068DD-0BCF-45BE-8546-A9B00F5F3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38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D370-9C5C-4D09-B8D6-5DE65234313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068DD-0BCF-45BE-8546-A9B00F5F3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6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D370-9C5C-4D09-B8D6-5DE65234313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068DD-0BCF-45BE-8546-A9B00F5F3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7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D370-9C5C-4D09-B8D6-5DE65234313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068DD-0BCF-45BE-8546-A9B00F5F3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12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4D370-9C5C-4D09-B8D6-5DE65234313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068DD-0BCF-45BE-8546-A9B00F5F3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1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11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37" y="0"/>
            <a:ext cx="6065563" cy="685800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="" xmlns:a16="http://schemas.microsoft.com/office/drawing/2014/main" id="{80D94C01-3337-47AC-980A-B6BA42E5568B}"/>
              </a:ext>
            </a:extLst>
          </p:cNvPr>
          <p:cNvSpPr/>
          <p:nvPr/>
        </p:nvSpPr>
        <p:spPr>
          <a:xfrm>
            <a:off x="199812" y="0"/>
            <a:ext cx="12163434" cy="6858000"/>
          </a:xfrm>
          <a:custGeom>
            <a:avLst/>
            <a:gdLst>
              <a:gd name="connsiteX0" fmla="*/ 0 w 12163434"/>
              <a:gd name="connsiteY0" fmla="*/ 0 h 6858000"/>
              <a:gd name="connsiteX1" fmla="*/ 8582251 w 12163434"/>
              <a:gd name="connsiteY1" fmla="*/ 0 h 6858000"/>
              <a:gd name="connsiteX2" fmla="*/ 7103887 w 12163434"/>
              <a:gd name="connsiteY2" fmla="*/ 1082389 h 6858000"/>
              <a:gd name="connsiteX3" fmla="*/ 6971863 w 12163434"/>
              <a:gd name="connsiteY3" fmla="*/ 1936175 h 6858000"/>
              <a:gd name="connsiteX4" fmla="*/ 7825649 w 12163434"/>
              <a:gd name="connsiteY4" fmla="*/ 2068198 h 6858000"/>
              <a:gd name="connsiteX5" fmla="*/ 10650467 w 12163434"/>
              <a:gd name="connsiteY5" fmla="*/ 0 h 6858000"/>
              <a:gd name="connsiteX6" fmla="*/ 10766302 w 12163434"/>
              <a:gd name="connsiteY6" fmla="*/ 0 h 6858000"/>
              <a:gd name="connsiteX7" fmla="*/ 6456119 w 12163434"/>
              <a:gd name="connsiteY7" fmla="*/ 3155712 h 6858000"/>
              <a:gd name="connsiteX8" fmla="*/ 6264233 w 12163434"/>
              <a:gd name="connsiteY8" fmla="*/ 4396627 h 6858000"/>
              <a:gd name="connsiteX9" fmla="*/ 7505148 w 12163434"/>
              <a:gd name="connsiteY9" fmla="*/ 4588513 h 6858000"/>
              <a:gd name="connsiteX10" fmla="*/ 12163434 w 12163434"/>
              <a:gd name="connsiteY10" fmla="*/ 1177937 h 6858000"/>
              <a:gd name="connsiteX11" fmla="*/ 12163434 w 12163434"/>
              <a:gd name="connsiteY11" fmla="*/ 1254989 h 6858000"/>
              <a:gd name="connsiteX12" fmla="*/ 8299200 w 12163434"/>
              <a:gd name="connsiteY12" fmla="*/ 4084198 h 6858000"/>
              <a:gd name="connsiteX13" fmla="*/ 8151451 w 12163434"/>
              <a:gd name="connsiteY13" fmla="*/ 5039680 h 6858000"/>
              <a:gd name="connsiteX14" fmla="*/ 8151450 w 12163434"/>
              <a:gd name="connsiteY14" fmla="*/ 5039679 h 6858000"/>
              <a:gd name="connsiteX15" fmla="*/ 9106933 w 12163434"/>
              <a:gd name="connsiteY15" fmla="*/ 5187428 h 6858000"/>
              <a:gd name="connsiteX16" fmla="*/ 12163434 w 12163434"/>
              <a:gd name="connsiteY16" fmla="*/ 2949604 h 6858000"/>
              <a:gd name="connsiteX17" fmla="*/ 12163434 w 12163434"/>
              <a:gd name="connsiteY17" fmla="*/ 3021911 h 6858000"/>
              <a:gd name="connsiteX18" fmla="*/ 10039538 w 12163434"/>
              <a:gd name="connsiteY18" fmla="*/ 4576927 h 6858000"/>
              <a:gd name="connsiteX19" fmla="*/ 9891789 w 12163434"/>
              <a:gd name="connsiteY19" fmla="*/ 5532409 h 6858000"/>
              <a:gd name="connsiteX20" fmla="*/ 9891788 w 12163434"/>
              <a:gd name="connsiteY20" fmla="*/ 5532408 h 6858000"/>
              <a:gd name="connsiteX21" fmla="*/ 10847271 w 12163434"/>
              <a:gd name="connsiteY21" fmla="*/ 5680157 h 6858000"/>
              <a:gd name="connsiteX22" fmla="*/ 12163434 w 12163434"/>
              <a:gd name="connsiteY22" fmla="*/ 4716525 h 6858000"/>
              <a:gd name="connsiteX23" fmla="*/ 12163434 w 12163434"/>
              <a:gd name="connsiteY23" fmla="*/ 6858000 h 6858000"/>
              <a:gd name="connsiteX24" fmla="*/ 0 w 12163434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63434" h="6858000">
                <a:moveTo>
                  <a:pt x="0" y="0"/>
                </a:moveTo>
                <a:lnTo>
                  <a:pt x="8582251" y="0"/>
                </a:lnTo>
                <a:lnTo>
                  <a:pt x="7103887" y="1082389"/>
                </a:lnTo>
                <a:cubicBezTo>
                  <a:pt x="6831663" y="1281698"/>
                  <a:pt x="6772554" y="1663951"/>
                  <a:pt x="6971863" y="1936175"/>
                </a:cubicBezTo>
                <a:cubicBezTo>
                  <a:pt x="7171173" y="2208398"/>
                  <a:pt x="7553425" y="2267507"/>
                  <a:pt x="7825649" y="2068198"/>
                </a:cubicBezTo>
                <a:lnTo>
                  <a:pt x="10650467" y="0"/>
                </a:lnTo>
                <a:lnTo>
                  <a:pt x="10766302" y="0"/>
                </a:lnTo>
                <a:lnTo>
                  <a:pt x="6456119" y="3155712"/>
                </a:lnTo>
                <a:cubicBezTo>
                  <a:pt x="6060462" y="3445394"/>
                  <a:pt x="5974551" y="4000970"/>
                  <a:pt x="6264233" y="4396627"/>
                </a:cubicBezTo>
                <a:cubicBezTo>
                  <a:pt x="6553914" y="4792284"/>
                  <a:pt x="7109490" y="4878195"/>
                  <a:pt x="7505148" y="4588513"/>
                </a:cubicBezTo>
                <a:lnTo>
                  <a:pt x="12163434" y="1177937"/>
                </a:lnTo>
                <a:lnTo>
                  <a:pt x="12163434" y="1254989"/>
                </a:lnTo>
                <a:lnTo>
                  <a:pt x="8299200" y="4084198"/>
                </a:lnTo>
                <a:cubicBezTo>
                  <a:pt x="7994551" y="4307247"/>
                  <a:pt x="7928402" y="4735031"/>
                  <a:pt x="8151451" y="5039680"/>
                </a:cubicBezTo>
                <a:lnTo>
                  <a:pt x="8151450" y="5039679"/>
                </a:lnTo>
                <a:cubicBezTo>
                  <a:pt x="8374500" y="5344328"/>
                  <a:pt x="8802283" y="5410478"/>
                  <a:pt x="9106933" y="5187428"/>
                </a:cubicBezTo>
                <a:lnTo>
                  <a:pt x="12163434" y="2949604"/>
                </a:lnTo>
                <a:lnTo>
                  <a:pt x="12163434" y="3021911"/>
                </a:lnTo>
                <a:lnTo>
                  <a:pt x="10039538" y="4576927"/>
                </a:lnTo>
                <a:cubicBezTo>
                  <a:pt x="9734889" y="4799976"/>
                  <a:pt x="9668739" y="5227760"/>
                  <a:pt x="9891789" y="5532409"/>
                </a:cubicBezTo>
                <a:lnTo>
                  <a:pt x="9891788" y="5532408"/>
                </a:lnTo>
                <a:cubicBezTo>
                  <a:pt x="10114838" y="5837057"/>
                  <a:pt x="10542622" y="5903207"/>
                  <a:pt x="10847271" y="5680157"/>
                </a:cubicBezTo>
                <a:lnTo>
                  <a:pt x="12163434" y="4716525"/>
                </a:lnTo>
                <a:lnTo>
                  <a:pt x="1216343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92D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441775" y="4407247"/>
            <a:ext cx="3672819" cy="325174"/>
          </a:xfrm>
          <a:prstGeom prst="rect">
            <a:avLst/>
          </a:prstGeom>
          <a:solidFill>
            <a:srgbClr val="B2DD4C"/>
          </a:solidFill>
        </p:spPr>
      </p:pic>
      <p:sp>
        <p:nvSpPr>
          <p:cNvPr id="91" name="Title 90"/>
          <p:cNvSpPr>
            <a:spLocks noGrp="1"/>
          </p:cNvSpPr>
          <p:nvPr>
            <p:ph type="ctrTitle"/>
          </p:nvPr>
        </p:nvSpPr>
        <p:spPr>
          <a:xfrm>
            <a:off x="1348299" y="2649122"/>
            <a:ext cx="4035207" cy="1006327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Roboto" pitchFamily="2" charset="0"/>
                <a:ea typeface="Roboto" pitchFamily="2" charset="0"/>
              </a:rPr>
              <a:t>AGRO</a:t>
            </a:r>
            <a:endParaRPr lang="en-IN" sz="3200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93" name="Title 90"/>
          <p:cNvSpPr txBox="1">
            <a:spLocks/>
          </p:cNvSpPr>
          <p:nvPr/>
        </p:nvSpPr>
        <p:spPr>
          <a:xfrm>
            <a:off x="1324112" y="3307233"/>
            <a:ext cx="4035206" cy="10919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 smtClean="0">
                <a:latin typeface="Roboto" pitchFamily="2" charset="0"/>
                <a:ea typeface="Roboto" pitchFamily="2" charset="0"/>
              </a:rPr>
              <a:t>TIME</a:t>
            </a:r>
            <a:endParaRPr lang="en-IN" b="1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94" name="Title 90"/>
          <p:cNvSpPr txBox="1">
            <a:spLocks/>
          </p:cNvSpPr>
          <p:nvPr/>
        </p:nvSpPr>
        <p:spPr>
          <a:xfrm>
            <a:off x="1332257" y="4291969"/>
            <a:ext cx="3941729" cy="576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Where tech meet agriculture</a:t>
            </a:r>
            <a:endParaRPr lang="en-IN" sz="1600" dirty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658" y="315901"/>
            <a:ext cx="3339548" cy="3339548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="" xmlns:a16="http://schemas.microsoft.com/office/drawing/2014/main" id="{1C6459C5-4CE5-46EC-91EC-39F010893C29}"/>
              </a:ext>
            </a:extLst>
          </p:cNvPr>
          <p:cNvSpPr/>
          <p:nvPr/>
        </p:nvSpPr>
        <p:spPr>
          <a:xfrm>
            <a:off x="11179471" y="-906579"/>
            <a:ext cx="3393780" cy="3393776"/>
          </a:xfrm>
          <a:prstGeom prst="ellipse">
            <a:avLst/>
          </a:prstGeom>
          <a:solidFill>
            <a:srgbClr val="92D05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1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="" xmlns:a16="http://schemas.microsoft.com/office/drawing/2014/main" id="{5199A551-8758-6DB7-700F-1BC0388560A9}"/>
              </a:ext>
            </a:extLst>
          </p:cNvPr>
          <p:cNvSpPr/>
          <p:nvPr/>
        </p:nvSpPr>
        <p:spPr>
          <a:xfrm>
            <a:off x="3629330" y="2484095"/>
            <a:ext cx="4933342" cy="4854200"/>
          </a:xfrm>
          <a:custGeom>
            <a:avLst/>
            <a:gdLst>
              <a:gd name="connsiteX0" fmla="*/ 2322286 w 4644572"/>
              <a:gd name="connsiteY0" fmla="*/ 232230 h 4644572"/>
              <a:gd name="connsiteX1" fmla="*/ 232229 w 4644572"/>
              <a:gd name="connsiteY1" fmla="*/ 2322286 h 4644572"/>
              <a:gd name="connsiteX2" fmla="*/ 2322286 w 4644572"/>
              <a:gd name="connsiteY2" fmla="*/ 4412342 h 4644572"/>
              <a:gd name="connsiteX3" fmla="*/ 4412343 w 4644572"/>
              <a:gd name="connsiteY3" fmla="*/ 2322286 h 4644572"/>
              <a:gd name="connsiteX4" fmla="*/ 2322286 w 4644572"/>
              <a:gd name="connsiteY4" fmla="*/ 232230 h 4644572"/>
              <a:gd name="connsiteX5" fmla="*/ 2322286 w 4644572"/>
              <a:gd name="connsiteY5" fmla="*/ 0 h 4644572"/>
              <a:gd name="connsiteX6" fmla="*/ 4644572 w 4644572"/>
              <a:gd name="connsiteY6" fmla="*/ 2322286 h 4644572"/>
              <a:gd name="connsiteX7" fmla="*/ 2322286 w 4644572"/>
              <a:gd name="connsiteY7" fmla="*/ 4644572 h 4644572"/>
              <a:gd name="connsiteX8" fmla="*/ 0 w 4644572"/>
              <a:gd name="connsiteY8" fmla="*/ 2322286 h 4644572"/>
              <a:gd name="connsiteX9" fmla="*/ 2322286 w 4644572"/>
              <a:gd name="connsiteY9" fmla="*/ 0 h 4644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44572" h="4644572">
                <a:moveTo>
                  <a:pt x="2322286" y="232230"/>
                </a:moveTo>
                <a:cubicBezTo>
                  <a:pt x="1167979" y="232230"/>
                  <a:pt x="232229" y="1167980"/>
                  <a:pt x="232229" y="2322286"/>
                </a:cubicBezTo>
                <a:cubicBezTo>
                  <a:pt x="232229" y="3476592"/>
                  <a:pt x="1167979" y="4412342"/>
                  <a:pt x="2322286" y="4412342"/>
                </a:cubicBezTo>
                <a:cubicBezTo>
                  <a:pt x="3476593" y="4412342"/>
                  <a:pt x="4412343" y="3476592"/>
                  <a:pt x="4412343" y="2322286"/>
                </a:cubicBezTo>
                <a:cubicBezTo>
                  <a:pt x="4412343" y="1167980"/>
                  <a:pt x="3476593" y="232230"/>
                  <a:pt x="2322286" y="232230"/>
                </a:cubicBezTo>
                <a:close/>
                <a:moveTo>
                  <a:pt x="2322286" y="0"/>
                </a:moveTo>
                <a:cubicBezTo>
                  <a:pt x="3604849" y="0"/>
                  <a:pt x="4644572" y="1039723"/>
                  <a:pt x="4644572" y="2322286"/>
                </a:cubicBezTo>
                <a:cubicBezTo>
                  <a:pt x="4644572" y="3604849"/>
                  <a:pt x="3604849" y="4644572"/>
                  <a:pt x="2322286" y="4644572"/>
                </a:cubicBezTo>
                <a:cubicBezTo>
                  <a:pt x="1039723" y="4644572"/>
                  <a:pt x="0" y="3604849"/>
                  <a:pt x="0" y="2322286"/>
                </a:cubicBezTo>
                <a:cubicBezTo>
                  <a:pt x="0" y="1039723"/>
                  <a:pt x="1039723" y="0"/>
                  <a:pt x="2322286" y="0"/>
                </a:cubicBezTo>
                <a:close/>
              </a:path>
            </a:pathLst>
          </a:custGeom>
          <a:solidFill>
            <a:schemeClr val="bg1"/>
          </a:solidFill>
          <a:ln w="254000">
            <a:solidFill>
              <a:schemeClr val="bg1"/>
            </a:solidFill>
          </a:ln>
          <a:effectLst>
            <a:outerShdw blurRad="339078" sx="102000" sy="102000" algn="ctr" rotWithShape="0">
              <a:srgbClr val="C9E0CF">
                <a:alpha val="8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Poppins" pitchFamily="2" charset="77"/>
            </a:endParaRPr>
          </a:p>
        </p:txBody>
      </p:sp>
      <p:grpSp>
        <p:nvGrpSpPr>
          <p:cNvPr id="510" name="Group 509">
            <a:extLst>
              <a:ext uri="{FF2B5EF4-FFF2-40B4-BE49-F238E27FC236}">
                <a16:creationId xmlns="" xmlns:a16="http://schemas.microsoft.com/office/drawing/2014/main" id="{9328F6B9-7D0A-CEA7-3736-9703B4432361}"/>
              </a:ext>
            </a:extLst>
          </p:cNvPr>
          <p:cNvGrpSpPr/>
          <p:nvPr/>
        </p:nvGrpSpPr>
        <p:grpSpPr>
          <a:xfrm>
            <a:off x="538841" y="3970616"/>
            <a:ext cx="2665234" cy="1385416"/>
            <a:chOff x="2129496" y="800543"/>
            <a:chExt cx="2665234" cy="1385416"/>
          </a:xfrm>
        </p:grpSpPr>
        <p:sp>
          <p:nvSpPr>
            <p:cNvPr id="511" name="TextBox 510">
              <a:extLst>
                <a:ext uri="{FF2B5EF4-FFF2-40B4-BE49-F238E27FC236}">
                  <a16:creationId xmlns="" xmlns:a16="http://schemas.microsoft.com/office/drawing/2014/main" id="{E9AD6195-01EB-CA1E-DCD2-2DE30CF79EE8}"/>
                </a:ext>
              </a:extLst>
            </p:cNvPr>
            <p:cNvSpPr txBox="1"/>
            <p:nvPr/>
          </p:nvSpPr>
          <p:spPr>
            <a:xfrm>
              <a:off x="2447642" y="800543"/>
              <a:ext cx="2347088" cy="6463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3872"/>
                </a:buClr>
              </a:pPr>
              <a:r>
                <a:rPr lang="en-US" b="1" dirty="0"/>
                <a:t>Market Access &amp; Post-Harvest Losses</a:t>
              </a:r>
              <a:endParaRPr lang="en-IN" dirty="0">
                <a:solidFill>
                  <a:srgbClr val="197E6B"/>
                </a:solidFill>
                <a:latin typeface="Poppins Medium" pitchFamily="2" charset="77"/>
                <a:ea typeface="Open Sans" panose="020B0606030504020204" pitchFamily="34" charset="0"/>
                <a:cs typeface="Poppins Medium" pitchFamily="2" charset="7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="" xmlns:a16="http://schemas.microsoft.com/office/drawing/2014/main" id="{90F7D6A2-48C8-67E5-0B52-2D7B6C54888C}"/>
                </a:ext>
              </a:extLst>
            </p:cNvPr>
            <p:cNvSpPr txBox="1"/>
            <p:nvPr/>
          </p:nvSpPr>
          <p:spPr>
            <a:xfrm>
              <a:off x="2129496" y="1416518"/>
              <a:ext cx="2657746" cy="7694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 algn="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3872"/>
                </a:buClr>
              </a:pPr>
              <a:r>
                <a:rPr lang="en-US" sz="1100" dirty="0"/>
                <a:t>Smallholder farmers produce </a:t>
              </a:r>
              <a:r>
                <a:rPr lang="en-US" sz="1100" b="1" dirty="0"/>
                <a:t>98% of Nigeria’s food</a:t>
              </a:r>
              <a:r>
                <a:rPr lang="en-US" sz="1100" dirty="0"/>
                <a:t> but lose </a:t>
              </a:r>
              <a:r>
                <a:rPr lang="en-US" sz="1100" b="1" dirty="0"/>
                <a:t>30-50% of income</a:t>
              </a:r>
              <a:r>
                <a:rPr lang="en-US" sz="1100" dirty="0"/>
                <a:t> to middlemen. </a:t>
              </a:r>
              <a:r>
                <a:rPr lang="en-US" sz="1100" i="1" dirty="0"/>
                <a:t>(Vanguard, 2020)</a:t>
              </a:r>
              <a:endParaRPr lang="en-US" sz="1100" dirty="0"/>
            </a:p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3872"/>
                </a:buClr>
              </a:pPr>
              <a:r>
                <a:rPr lang="en-IN" sz="1100" dirty="0" smtClean="0">
                  <a:latin typeface="Poppins" pitchFamily="2" charset="77"/>
                  <a:ea typeface="Open Sans" panose="020B0606030504020204" pitchFamily="34" charset="0"/>
                  <a:cs typeface="Poppins" pitchFamily="2" charset="77"/>
                </a:rPr>
                <a:t>. </a:t>
              </a:r>
              <a:endParaRPr lang="en-IN" sz="1100" dirty="0">
                <a:latin typeface="Poppins" pitchFamily="2" charset="77"/>
                <a:ea typeface="Open Sans" panose="020B0606030504020204" pitchFamily="34" charset="0"/>
                <a:cs typeface="Poppins" pitchFamily="2" charset="77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="" xmlns:a16="http://schemas.microsoft.com/office/drawing/2014/main" id="{27AAE094-3DB4-EB24-0D75-34C2AB8A2109}"/>
              </a:ext>
            </a:extLst>
          </p:cNvPr>
          <p:cNvGrpSpPr/>
          <p:nvPr/>
        </p:nvGrpSpPr>
        <p:grpSpPr>
          <a:xfrm>
            <a:off x="5169730" y="537346"/>
            <a:ext cx="2493787" cy="1787267"/>
            <a:chOff x="2962075" y="752013"/>
            <a:chExt cx="2493787" cy="1787267"/>
          </a:xfrm>
        </p:grpSpPr>
        <p:sp>
          <p:nvSpPr>
            <p:cNvPr id="66" name="TextBox 65">
              <a:extLst>
                <a:ext uri="{FF2B5EF4-FFF2-40B4-BE49-F238E27FC236}">
                  <a16:creationId xmlns="" xmlns:a16="http://schemas.microsoft.com/office/drawing/2014/main" id="{A0807FDE-0D1A-907B-0392-3E430938A055}"/>
                </a:ext>
              </a:extLst>
            </p:cNvPr>
            <p:cNvSpPr txBox="1"/>
            <p:nvPr/>
          </p:nvSpPr>
          <p:spPr>
            <a:xfrm>
              <a:off x="3108774" y="752013"/>
              <a:ext cx="2347088" cy="6463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3872"/>
                </a:buClr>
              </a:pPr>
              <a:r>
                <a:rPr lang="en-US" b="1" dirty="0"/>
                <a:t>Limited Access to Expert Knowledge</a:t>
              </a:r>
              <a:endParaRPr lang="en-IN" dirty="0">
                <a:solidFill>
                  <a:srgbClr val="197E6B"/>
                </a:solidFill>
                <a:latin typeface="Poppins Medium" pitchFamily="2" charset="77"/>
                <a:ea typeface="Open Sans" panose="020B0606030504020204" pitchFamily="34" charset="0"/>
                <a:cs typeface="Poppins Medium" pitchFamily="2" charset="7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C9E015B8-683C-8B39-8F0F-05EFB57AFA7D}"/>
                </a:ext>
              </a:extLst>
            </p:cNvPr>
            <p:cNvSpPr txBox="1"/>
            <p:nvPr/>
          </p:nvSpPr>
          <p:spPr>
            <a:xfrm>
              <a:off x="2962075" y="1431284"/>
              <a:ext cx="2347088" cy="11079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/>
              <a:r>
                <a:rPr lang="en-US" sz="1100" b="1" dirty="0"/>
                <a:t>80% of farmers rely on outdated methods</a:t>
              </a:r>
              <a:r>
                <a:rPr lang="en-US" sz="1100" dirty="0"/>
                <a:t> due to lack of expert advice</a:t>
              </a:r>
              <a:r>
                <a:rPr lang="en-US" sz="1100" dirty="0" smtClean="0"/>
                <a:t>.</a:t>
              </a:r>
            </a:p>
            <a:p>
              <a:pPr lvl="0"/>
              <a:endParaRPr lang="en-US" sz="1100" dirty="0"/>
            </a:p>
            <a:p>
              <a:pPr lvl="0"/>
              <a:r>
                <a:rPr lang="en-US" sz="1100" b="1" dirty="0"/>
                <a:t>Less than 10 agricultural extension workers per 10,000 farmers</a:t>
              </a:r>
              <a:r>
                <a:rPr lang="en-US" sz="1100" dirty="0"/>
                <a:t>. </a:t>
              </a:r>
              <a:r>
                <a:rPr lang="en-US" sz="1100" i="1" dirty="0"/>
                <a:t>(PwC, 2024)</a:t>
              </a:r>
              <a:endParaRPr lang="en-US" sz="1100" dirty="0"/>
            </a:p>
          </p:txBody>
        </p:sp>
      </p:grpSp>
      <p:grpSp>
        <p:nvGrpSpPr>
          <p:cNvPr id="503" name="Group 502">
            <a:extLst>
              <a:ext uri="{FF2B5EF4-FFF2-40B4-BE49-F238E27FC236}">
                <a16:creationId xmlns="" xmlns:a16="http://schemas.microsoft.com/office/drawing/2014/main" id="{219A888E-02A1-A2D8-5B3E-458B3431098B}"/>
              </a:ext>
            </a:extLst>
          </p:cNvPr>
          <p:cNvGrpSpPr/>
          <p:nvPr/>
        </p:nvGrpSpPr>
        <p:grpSpPr>
          <a:xfrm>
            <a:off x="-43708" y="5462195"/>
            <a:ext cx="3616013" cy="913553"/>
            <a:chOff x="2447642" y="394821"/>
            <a:chExt cx="3616013" cy="913553"/>
          </a:xfrm>
        </p:grpSpPr>
        <p:sp>
          <p:nvSpPr>
            <p:cNvPr id="508" name="TextBox 507">
              <a:extLst>
                <a:ext uri="{FF2B5EF4-FFF2-40B4-BE49-F238E27FC236}">
                  <a16:creationId xmlns="" xmlns:a16="http://schemas.microsoft.com/office/drawing/2014/main" id="{525EF5E2-8F7F-09D1-9543-5DCA38CAB7C5}"/>
                </a:ext>
              </a:extLst>
            </p:cNvPr>
            <p:cNvSpPr txBox="1"/>
            <p:nvPr/>
          </p:nvSpPr>
          <p:spPr>
            <a:xfrm>
              <a:off x="2447642" y="939042"/>
              <a:ext cx="2347088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3872"/>
                </a:buClr>
              </a:pPr>
              <a:endParaRPr lang="en-IN" dirty="0">
                <a:solidFill>
                  <a:srgbClr val="197E6B"/>
                </a:solidFill>
                <a:latin typeface="Poppins Medium" pitchFamily="2" charset="77"/>
                <a:ea typeface="Open Sans" panose="020B0606030504020204" pitchFamily="34" charset="0"/>
                <a:cs typeface="Poppins Medium" pitchFamily="2" charset="77"/>
              </a:endParaRPr>
            </a:p>
          </p:txBody>
        </p:sp>
        <p:sp>
          <p:nvSpPr>
            <p:cNvPr id="509" name="TextBox 508">
              <a:extLst>
                <a:ext uri="{FF2B5EF4-FFF2-40B4-BE49-F238E27FC236}">
                  <a16:creationId xmlns="" xmlns:a16="http://schemas.microsoft.com/office/drawing/2014/main" id="{97487CCA-E828-E809-3791-5933BA5EC756}"/>
                </a:ext>
              </a:extLst>
            </p:cNvPr>
            <p:cNvSpPr txBox="1"/>
            <p:nvPr/>
          </p:nvSpPr>
          <p:spPr>
            <a:xfrm>
              <a:off x="3417713" y="394821"/>
              <a:ext cx="2645942" cy="60016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/>
              <a:r>
                <a:rPr lang="en-US" sz="1100" b="1" dirty="0"/>
                <a:t>Up to 50% of harvested crops are lost</a:t>
              </a:r>
              <a:r>
                <a:rPr lang="en-US" sz="1100" dirty="0"/>
                <a:t>, costing Nigeria </a:t>
              </a:r>
              <a:r>
                <a:rPr lang="en-US" sz="1100" b="1" dirty="0"/>
                <a:t>₦3.5 trillion annually</a:t>
              </a:r>
              <a:r>
                <a:rPr lang="en-US" sz="1100" dirty="0"/>
                <a:t>. </a:t>
              </a:r>
              <a:r>
                <a:rPr lang="en-US" sz="1100" i="1" dirty="0"/>
                <a:t>(</a:t>
              </a:r>
              <a:r>
                <a:rPr lang="en-US" sz="1100" i="1" dirty="0" err="1"/>
                <a:t>Nairametrics</a:t>
              </a:r>
              <a:r>
                <a:rPr lang="en-US" sz="1100" i="1" dirty="0"/>
                <a:t>, Premium Times, 2024)</a:t>
              </a:r>
              <a:endParaRPr lang="en-US" sz="110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="" xmlns:a16="http://schemas.microsoft.com/office/drawing/2014/main" id="{D9967C13-D406-7A6E-21E5-9EE1D63A5BE0}"/>
              </a:ext>
            </a:extLst>
          </p:cNvPr>
          <p:cNvGrpSpPr/>
          <p:nvPr/>
        </p:nvGrpSpPr>
        <p:grpSpPr>
          <a:xfrm>
            <a:off x="9052516" y="3739994"/>
            <a:ext cx="2354049" cy="2161274"/>
            <a:chOff x="2533330" y="978699"/>
            <a:chExt cx="2354049" cy="2161274"/>
          </a:xfrm>
        </p:grpSpPr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C8959183-4FA3-BCEA-2D8E-53129469D9CA}"/>
                </a:ext>
              </a:extLst>
            </p:cNvPr>
            <p:cNvSpPr txBox="1"/>
            <p:nvPr/>
          </p:nvSpPr>
          <p:spPr>
            <a:xfrm>
              <a:off x="2533330" y="978699"/>
              <a:ext cx="2347088" cy="92333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b="1" dirty="0"/>
                <a:t>Underdeveloped Digital &amp; Remote Agribusiness</a:t>
              </a:r>
              <a:endParaRPr 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682436EC-F88B-5DFE-577D-E200E52CA88B}"/>
                </a:ext>
              </a:extLst>
            </p:cNvPr>
            <p:cNvSpPr txBox="1"/>
            <p:nvPr/>
          </p:nvSpPr>
          <p:spPr>
            <a:xfrm>
              <a:off x="2540291" y="1862700"/>
              <a:ext cx="2347088" cy="127727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/>
              <a:r>
                <a:rPr lang="en-US" sz="1100" dirty="0"/>
                <a:t>Agriculture contributes </a:t>
              </a:r>
              <a:r>
                <a:rPr lang="en-US" sz="1100" b="1" dirty="0"/>
                <a:t>22% to GDP</a:t>
              </a:r>
              <a:r>
                <a:rPr lang="en-US" sz="1100" dirty="0"/>
                <a:t> and employs </a:t>
              </a:r>
              <a:r>
                <a:rPr lang="en-US" sz="1100" b="1" dirty="0"/>
                <a:t>36% of Nigerians</a:t>
              </a:r>
              <a:r>
                <a:rPr lang="en-US" sz="1100" dirty="0"/>
                <a:t>, but </a:t>
              </a:r>
              <a:r>
                <a:rPr lang="en-US" sz="1100" b="1" dirty="0"/>
                <a:t>digital agribusiness remains untapped</a:t>
              </a:r>
              <a:r>
                <a:rPr lang="en-US" sz="1100" dirty="0"/>
                <a:t>. </a:t>
              </a:r>
              <a:r>
                <a:rPr lang="en-US" sz="1100" i="1" dirty="0"/>
                <a:t>(PwC, 2024)</a:t>
              </a:r>
              <a:endParaRPr lang="en-US" sz="1100" dirty="0"/>
            </a:p>
            <a:p>
              <a:pPr lvl="0"/>
              <a:r>
                <a:rPr lang="en-US" sz="1100" dirty="0"/>
                <a:t>Skilled professionals struggle to find </a:t>
              </a:r>
              <a:r>
                <a:rPr lang="en-US" sz="1100" b="1" dirty="0"/>
                <a:t>remote work opportunities in agriculture</a:t>
              </a:r>
              <a:r>
                <a:rPr lang="en-US" sz="1100" dirty="0"/>
                <a:t>.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="" xmlns:a16="http://schemas.microsoft.com/office/drawing/2014/main" id="{1F255788-A877-DC5C-30CE-89B2407B1957}"/>
              </a:ext>
            </a:extLst>
          </p:cNvPr>
          <p:cNvSpPr txBox="1"/>
          <p:nvPr/>
        </p:nvSpPr>
        <p:spPr>
          <a:xfrm>
            <a:off x="-1454695" y="-71361"/>
            <a:ext cx="7147486" cy="898449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3600" b="1">
                <a:solidFill>
                  <a:srgbClr val="187E35"/>
                </a:solidFill>
                <a:latin typeface="Poppins SemiBold" pitchFamily="2" charset="77"/>
                <a:ea typeface="+mj-ea"/>
                <a:cs typeface="Poppins SemiBold" pitchFamily="2" charset="77"/>
              </a:defRPr>
            </a:lvl1pPr>
          </a:lstStyle>
          <a:p>
            <a:pPr algn="ctr"/>
            <a:r>
              <a:rPr lang="en-IN" dirty="0" smtClean="0">
                <a:solidFill>
                  <a:schemeClr val="accent6">
                    <a:lumMod val="75000"/>
                  </a:schemeClr>
                </a:solidFill>
              </a:rPr>
              <a:t>Problems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6" name="Picture 75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623" y="3262097"/>
            <a:ext cx="3339548" cy="333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83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83562FF-7942-4781-A340-F51C5795C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696" y="2368564"/>
            <a:ext cx="5505165" cy="4688230"/>
          </a:xfrm>
          <a:prstGeom prst="rect">
            <a:avLst/>
          </a:prstGeom>
        </p:spPr>
      </p:pic>
      <p:sp>
        <p:nvSpPr>
          <p:cNvPr id="99" name="Rectangle 98">
            <a:extLst>
              <a:ext uri="{FF2B5EF4-FFF2-40B4-BE49-F238E27FC236}">
                <a16:creationId xmlns="" xmlns:a16="http://schemas.microsoft.com/office/drawing/2014/main" id="{09A88BC7-3452-48ED-993C-CC517EE96987}"/>
              </a:ext>
            </a:extLst>
          </p:cNvPr>
          <p:cNvSpPr/>
          <p:nvPr/>
        </p:nvSpPr>
        <p:spPr>
          <a:xfrm>
            <a:off x="6927481" y="1579047"/>
            <a:ext cx="4864100" cy="4675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mtClean="0"/>
              <a:t>Real-time data, supply chain tools, and market insights to optimize operations.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FB16E3C9-7004-4C1B-A5B9-23B22B085A0E}"/>
              </a:ext>
            </a:extLst>
          </p:cNvPr>
          <p:cNvSpPr txBox="1">
            <a:spLocks/>
          </p:cNvSpPr>
          <p:nvPr/>
        </p:nvSpPr>
        <p:spPr>
          <a:xfrm>
            <a:off x="3244708" y="236115"/>
            <a:ext cx="4365855" cy="711733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5000" b="1" dirty="0" smtClean="0">
                <a:latin typeface="Poppins ExtraBold" panose="00000900000000000000" pitchFamily="2" charset="0"/>
                <a:cs typeface="Poppins ExtraBold" panose="00000900000000000000" pitchFamily="2" charset="0"/>
              </a:rPr>
              <a:t>Solution</a:t>
            </a:r>
            <a:endParaRPr lang="da-DK" sz="5000" b="1" dirty="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1" name="Block Arc 20">
            <a:extLst>
              <a:ext uri="{FF2B5EF4-FFF2-40B4-BE49-F238E27FC236}">
                <a16:creationId xmlns="" xmlns:a16="http://schemas.microsoft.com/office/drawing/2014/main" id="{B6BD3D45-AC7E-412F-83E7-8F34EEC6095B}"/>
              </a:ext>
            </a:extLst>
          </p:cNvPr>
          <p:cNvSpPr/>
          <p:nvPr/>
        </p:nvSpPr>
        <p:spPr>
          <a:xfrm rot="13338552">
            <a:off x="1056536" y="1599373"/>
            <a:ext cx="4855513" cy="4855513"/>
          </a:xfrm>
          <a:prstGeom prst="blockArc">
            <a:avLst>
              <a:gd name="adj1" fmla="val 13400244"/>
              <a:gd name="adj2" fmla="val 19028521"/>
              <a:gd name="adj3" fmla="val 1463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Block Arc 21">
            <a:extLst>
              <a:ext uri="{FF2B5EF4-FFF2-40B4-BE49-F238E27FC236}">
                <a16:creationId xmlns="" xmlns:a16="http://schemas.microsoft.com/office/drawing/2014/main" id="{A294A2D4-E093-448A-909D-5CDEF7B8D078}"/>
              </a:ext>
            </a:extLst>
          </p:cNvPr>
          <p:cNvSpPr/>
          <p:nvPr/>
        </p:nvSpPr>
        <p:spPr>
          <a:xfrm rot="18935375">
            <a:off x="974681" y="1511739"/>
            <a:ext cx="4855513" cy="4855513"/>
          </a:xfrm>
          <a:prstGeom prst="blockArc">
            <a:avLst>
              <a:gd name="adj1" fmla="val 13255286"/>
              <a:gd name="adj2" fmla="val 19119049"/>
              <a:gd name="adj3" fmla="val 144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Block Arc 11">
            <a:extLst>
              <a:ext uri="{FF2B5EF4-FFF2-40B4-BE49-F238E27FC236}">
                <a16:creationId xmlns="" xmlns:a16="http://schemas.microsoft.com/office/drawing/2014/main" id="{CFBE75B0-B19C-49F7-90E7-01CDCD337A35}"/>
              </a:ext>
            </a:extLst>
          </p:cNvPr>
          <p:cNvSpPr/>
          <p:nvPr/>
        </p:nvSpPr>
        <p:spPr>
          <a:xfrm rot="2731705">
            <a:off x="1147043" y="1528532"/>
            <a:ext cx="4919355" cy="4855513"/>
          </a:xfrm>
          <a:prstGeom prst="blockArc">
            <a:avLst>
              <a:gd name="adj1" fmla="val 13400244"/>
              <a:gd name="adj2" fmla="val 2871192"/>
              <a:gd name="adj3" fmla="val 13521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A19DF7B3-6197-4A98-8141-8C3903A7B98C}"/>
              </a:ext>
            </a:extLst>
          </p:cNvPr>
          <p:cNvSpPr/>
          <p:nvPr/>
        </p:nvSpPr>
        <p:spPr>
          <a:xfrm>
            <a:off x="2621302" y="3079644"/>
            <a:ext cx="1799348" cy="179934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8" name="Group 57">
            <a:extLst>
              <a:ext uri="{FF2B5EF4-FFF2-40B4-BE49-F238E27FC236}">
                <a16:creationId xmlns="" xmlns:a16="http://schemas.microsoft.com/office/drawing/2014/main" id="{68E1BDEB-2461-4326-9FB8-F3CC6BFE44C5}"/>
              </a:ext>
            </a:extLst>
          </p:cNvPr>
          <p:cNvGrpSpPr/>
          <p:nvPr/>
        </p:nvGrpSpPr>
        <p:grpSpPr>
          <a:xfrm>
            <a:off x="3174667" y="1499801"/>
            <a:ext cx="710500" cy="710500"/>
            <a:chOff x="8046706" y="1167330"/>
            <a:chExt cx="716294" cy="716294"/>
          </a:xfrm>
          <a:solidFill>
            <a:srgbClr val="92D050"/>
          </a:solidFill>
        </p:grpSpPr>
        <p:sp>
          <p:nvSpPr>
            <p:cNvPr id="8" name="Oval 7">
              <a:extLst>
                <a:ext uri="{FF2B5EF4-FFF2-40B4-BE49-F238E27FC236}">
                  <a16:creationId xmlns="" xmlns:a16="http://schemas.microsoft.com/office/drawing/2014/main" id="{7D6CDBE0-3D02-48A3-838C-009E5823EF01}"/>
                </a:ext>
              </a:extLst>
            </p:cNvPr>
            <p:cNvSpPr/>
            <p:nvPr/>
          </p:nvSpPr>
          <p:spPr>
            <a:xfrm>
              <a:off x="8046706" y="1167330"/>
              <a:ext cx="716294" cy="716294"/>
            </a:xfrm>
            <a:prstGeom prst="ellipse">
              <a:avLst/>
            </a:prstGeom>
            <a:grpFill/>
            <a:ln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7" name="Graphic 26">
              <a:extLst>
                <a:ext uri="{FF2B5EF4-FFF2-40B4-BE49-F238E27FC236}">
                  <a16:creationId xmlns="" xmlns:a16="http://schemas.microsoft.com/office/drawing/2014/main" id="{AFBA8156-C664-4E00-A339-29E7A97A3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22712" y="1343336"/>
              <a:ext cx="364283" cy="364283"/>
            </a:xfrm>
            <a:prstGeom prst="rect">
              <a:avLst/>
            </a:prstGeom>
            <a:grpFill/>
          </p:spPr>
        </p:pic>
      </p:grp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BF1F935F-111D-4256-B162-61A01E72150B}"/>
              </a:ext>
            </a:extLst>
          </p:cNvPr>
          <p:cNvSpPr/>
          <p:nvPr/>
        </p:nvSpPr>
        <p:spPr>
          <a:xfrm>
            <a:off x="1009999" y="3680824"/>
            <a:ext cx="710500" cy="710500"/>
          </a:xfrm>
          <a:prstGeom prst="ellipse">
            <a:avLst/>
          </a:prstGeom>
          <a:solidFill>
            <a:srgbClr val="92D050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Graphic 30">
            <a:extLst>
              <a:ext uri="{FF2B5EF4-FFF2-40B4-BE49-F238E27FC236}">
                <a16:creationId xmlns="" xmlns:a16="http://schemas.microsoft.com/office/drawing/2014/main" id="{4043E5B3-6A5D-4918-A773-81A0988150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5414" y="3866239"/>
            <a:ext cx="339671" cy="339671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="" xmlns:a16="http://schemas.microsoft.com/office/drawing/2014/main" id="{8AEE8A69-80A3-4815-A5A7-2D53D6917160}"/>
              </a:ext>
            </a:extLst>
          </p:cNvPr>
          <p:cNvGrpSpPr/>
          <p:nvPr/>
        </p:nvGrpSpPr>
        <p:grpSpPr>
          <a:xfrm>
            <a:off x="3106605" y="5753323"/>
            <a:ext cx="710500" cy="710500"/>
            <a:chOff x="8046706" y="5408750"/>
            <a:chExt cx="716294" cy="716294"/>
          </a:xfrm>
          <a:solidFill>
            <a:srgbClr val="92D050"/>
          </a:solidFill>
        </p:grpSpPr>
        <p:sp>
          <p:nvSpPr>
            <p:cNvPr id="13" name="Oval 12">
              <a:extLst>
                <a:ext uri="{FF2B5EF4-FFF2-40B4-BE49-F238E27FC236}">
                  <a16:creationId xmlns="" xmlns:a16="http://schemas.microsoft.com/office/drawing/2014/main" id="{60986B79-4FC2-48BC-9005-EC282A62CBB1}"/>
                </a:ext>
              </a:extLst>
            </p:cNvPr>
            <p:cNvSpPr/>
            <p:nvPr/>
          </p:nvSpPr>
          <p:spPr>
            <a:xfrm>
              <a:off x="8046706" y="5408750"/>
              <a:ext cx="716294" cy="716294"/>
            </a:xfrm>
            <a:prstGeom prst="ellipse">
              <a:avLst/>
            </a:prstGeom>
            <a:grpFill/>
            <a:ln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5" name="Graphic 34">
              <a:extLst>
                <a:ext uri="{FF2B5EF4-FFF2-40B4-BE49-F238E27FC236}">
                  <a16:creationId xmlns="" xmlns:a16="http://schemas.microsoft.com/office/drawing/2014/main" id="{9BEB8AE9-3763-4CC3-BA6F-A198CD83C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32706" y="5594750"/>
              <a:ext cx="344295" cy="344295"/>
            </a:xfrm>
            <a:prstGeom prst="rect">
              <a:avLst/>
            </a:prstGeom>
            <a:grpFill/>
          </p:spPr>
        </p:pic>
      </p:grpSp>
      <p:grpSp>
        <p:nvGrpSpPr>
          <p:cNvPr id="95" name="Group 94">
            <a:extLst>
              <a:ext uri="{FF2B5EF4-FFF2-40B4-BE49-F238E27FC236}">
                <a16:creationId xmlns="" xmlns:a16="http://schemas.microsoft.com/office/drawing/2014/main" id="{342524F0-13E9-4B90-A3F0-E4595CC23A69}"/>
              </a:ext>
            </a:extLst>
          </p:cNvPr>
          <p:cNvGrpSpPr/>
          <p:nvPr/>
        </p:nvGrpSpPr>
        <p:grpSpPr>
          <a:xfrm>
            <a:off x="6665937" y="1081212"/>
            <a:ext cx="4661714" cy="1418716"/>
            <a:chOff x="5931658" y="1979828"/>
            <a:chExt cx="4661714" cy="1418715"/>
          </a:xfrm>
        </p:grpSpPr>
        <p:grpSp>
          <p:nvGrpSpPr>
            <p:cNvPr id="61" name="Group 60">
              <a:extLst>
                <a:ext uri="{FF2B5EF4-FFF2-40B4-BE49-F238E27FC236}">
                  <a16:creationId xmlns="" xmlns:a16="http://schemas.microsoft.com/office/drawing/2014/main" id="{D52658A8-3DF3-4FF8-8FAF-794E4E77497E}"/>
                </a:ext>
              </a:extLst>
            </p:cNvPr>
            <p:cNvGrpSpPr/>
            <p:nvPr/>
          </p:nvGrpSpPr>
          <p:grpSpPr>
            <a:xfrm>
              <a:off x="6793500" y="1979828"/>
              <a:ext cx="716294" cy="716294"/>
              <a:chOff x="5882038" y="3348353"/>
              <a:chExt cx="716294" cy="716294"/>
            </a:xfrm>
          </p:grpSpPr>
          <p:sp>
            <p:nvSpPr>
              <p:cNvPr id="62" name="Oval 61">
                <a:extLst>
                  <a:ext uri="{FF2B5EF4-FFF2-40B4-BE49-F238E27FC236}">
                    <a16:creationId xmlns="" xmlns:a16="http://schemas.microsoft.com/office/drawing/2014/main" id="{F5AE6590-8748-482D-A5F4-404C7E1790EA}"/>
                  </a:ext>
                </a:extLst>
              </p:cNvPr>
              <p:cNvSpPr/>
              <p:nvPr/>
            </p:nvSpPr>
            <p:spPr>
              <a:xfrm>
                <a:off x="5882038" y="3348353"/>
                <a:ext cx="716294" cy="716294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63" name="Graphic 62">
                <a:extLst>
                  <a:ext uri="{FF2B5EF4-FFF2-40B4-BE49-F238E27FC236}">
                    <a16:creationId xmlns="" xmlns:a16="http://schemas.microsoft.com/office/drawing/2014/main" id="{C905B6D3-BE91-4016-9868-3FCF047C1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68965" y="3535280"/>
                <a:ext cx="342441" cy="342441"/>
              </a:xfrm>
              <a:prstGeom prst="rect">
                <a:avLst/>
              </a:prstGeom>
            </p:spPr>
          </p:pic>
        </p:grpSp>
        <p:grpSp>
          <p:nvGrpSpPr>
            <p:cNvPr id="91" name="Group 90">
              <a:extLst>
                <a:ext uri="{FF2B5EF4-FFF2-40B4-BE49-F238E27FC236}">
                  <a16:creationId xmlns="" xmlns:a16="http://schemas.microsoft.com/office/drawing/2014/main" id="{7E2EF698-967F-4593-939D-E3F9F74E8B81}"/>
                </a:ext>
              </a:extLst>
            </p:cNvPr>
            <p:cNvGrpSpPr/>
            <p:nvPr/>
          </p:nvGrpSpPr>
          <p:grpSpPr>
            <a:xfrm>
              <a:off x="5931658" y="2206087"/>
              <a:ext cx="4661714" cy="1192456"/>
              <a:chOff x="5931658" y="2206087"/>
              <a:chExt cx="4661714" cy="1192456"/>
            </a:xfrm>
          </p:grpSpPr>
          <p:sp>
            <p:nvSpPr>
              <p:cNvPr id="77" name="Subtitle 2">
                <a:extLst>
                  <a:ext uri="{FF2B5EF4-FFF2-40B4-BE49-F238E27FC236}">
                    <a16:creationId xmlns="" xmlns:a16="http://schemas.microsoft.com/office/drawing/2014/main" id="{AF731429-4D58-4D27-AEFF-3BA3C375D2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96721" y="2206087"/>
                <a:ext cx="2896651" cy="55399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US" sz="2000" b="1" dirty="0"/>
                  <a:t>Agribusiness Productivity &amp; Market Access</a:t>
                </a:r>
                <a:endParaRPr lang="en-US" sz="2000" dirty="0"/>
              </a:p>
            </p:txBody>
          </p:sp>
          <p:sp>
            <p:nvSpPr>
              <p:cNvPr id="79" name="Subtitle 2">
                <a:extLst>
                  <a:ext uri="{FF2B5EF4-FFF2-40B4-BE49-F238E27FC236}">
                    <a16:creationId xmlns="" xmlns:a16="http://schemas.microsoft.com/office/drawing/2014/main" id="{F206B237-4333-4C21-8212-C5547E94C9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31658" y="2844546"/>
                <a:ext cx="4638910" cy="55399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 smtClean="0"/>
                  <a:t>Real-time </a:t>
                </a:r>
                <a:r>
                  <a:rPr lang="en-US" dirty="0"/>
                  <a:t>data, supply chain tools, and market insights to optimize operations.</a:t>
                </a:r>
                <a:endParaRPr lang="en-US" sz="1800" dirty="0"/>
              </a:p>
            </p:txBody>
          </p:sp>
        </p:grpSp>
      </p:grpSp>
      <p:grpSp>
        <p:nvGrpSpPr>
          <p:cNvPr id="96" name="Group 95">
            <a:extLst>
              <a:ext uri="{FF2B5EF4-FFF2-40B4-BE49-F238E27FC236}">
                <a16:creationId xmlns="" xmlns:a16="http://schemas.microsoft.com/office/drawing/2014/main" id="{56DD4AA2-7AA3-4731-A812-B649FC745099}"/>
              </a:ext>
            </a:extLst>
          </p:cNvPr>
          <p:cNvGrpSpPr/>
          <p:nvPr/>
        </p:nvGrpSpPr>
        <p:grpSpPr>
          <a:xfrm>
            <a:off x="7527779" y="2540796"/>
            <a:ext cx="4103100" cy="735250"/>
            <a:chOff x="6793500" y="3090709"/>
            <a:chExt cx="4103100" cy="735250"/>
          </a:xfrm>
          <a:solidFill>
            <a:srgbClr val="92D050"/>
          </a:solidFill>
        </p:grpSpPr>
        <p:grpSp>
          <p:nvGrpSpPr>
            <p:cNvPr id="64" name="Group 63">
              <a:extLst>
                <a:ext uri="{FF2B5EF4-FFF2-40B4-BE49-F238E27FC236}">
                  <a16:creationId xmlns="" xmlns:a16="http://schemas.microsoft.com/office/drawing/2014/main" id="{0984792F-B27D-441B-8AF4-32FCEF20CE71}"/>
                </a:ext>
              </a:extLst>
            </p:cNvPr>
            <p:cNvGrpSpPr/>
            <p:nvPr/>
          </p:nvGrpSpPr>
          <p:grpSpPr>
            <a:xfrm>
              <a:off x="6793500" y="3109665"/>
              <a:ext cx="716294" cy="716294"/>
              <a:chOff x="8046706" y="1167330"/>
              <a:chExt cx="716294" cy="716294"/>
            </a:xfrm>
            <a:grpFill/>
          </p:grpSpPr>
          <p:sp>
            <p:nvSpPr>
              <p:cNvPr id="65" name="Oval 64">
                <a:extLst>
                  <a:ext uri="{FF2B5EF4-FFF2-40B4-BE49-F238E27FC236}">
                    <a16:creationId xmlns="" xmlns:a16="http://schemas.microsoft.com/office/drawing/2014/main" id="{8277D163-AC38-4E8A-88F4-060D752F2B97}"/>
                  </a:ext>
                </a:extLst>
              </p:cNvPr>
              <p:cNvSpPr/>
              <p:nvPr/>
            </p:nvSpPr>
            <p:spPr>
              <a:xfrm>
                <a:off x="8046706" y="1167330"/>
                <a:ext cx="716294" cy="716294"/>
              </a:xfrm>
              <a:prstGeom prst="ellipse">
                <a:avLst/>
              </a:prstGeom>
              <a:grpFill/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66" name="Graphic 65">
                <a:extLst>
                  <a:ext uri="{FF2B5EF4-FFF2-40B4-BE49-F238E27FC236}">
                    <a16:creationId xmlns="" xmlns:a16="http://schemas.microsoft.com/office/drawing/2014/main" id="{C5B5047E-1880-47A6-9768-95AA83EE3D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22712" y="1343336"/>
                <a:ext cx="364283" cy="364283"/>
              </a:xfrm>
              <a:prstGeom prst="rect">
                <a:avLst/>
              </a:prstGeom>
              <a:grpFill/>
            </p:spPr>
          </p:pic>
        </p:grpSp>
        <p:grpSp>
          <p:nvGrpSpPr>
            <p:cNvPr id="92" name="Group 91">
              <a:extLst>
                <a:ext uri="{FF2B5EF4-FFF2-40B4-BE49-F238E27FC236}">
                  <a16:creationId xmlns="" xmlns:a16="http://schemas.microsoft.com/office/drawing/2014/main" id="{75BD3E86-9EC2-4BDD-8637-3BE6388D9822}"/>
                </a:ext>
              </a:extLst>
            </p:cNvPr>
            <p:cNvGrpSpPr/>
            <p:nvPr/>
          </p:nvGrpSpPr>
          <p:grpSpPr>
            <a:xfrm>
              <a:off x="7916613" y="3090709"/>
              <a:ext cx="2979987" cy="532607"/>
              <a:chOff x="7916613" y="3090709"/>
              <a:chExt cx="2979987" cy="532607"/>
            </a:xfrm>
            <a:grpFill/>
          </p:grpSpPr>
          <p:sp>
            <p:nvSpPr>
              <p:cNvPr id="83" name="Subtitle 2">
                <a:extLst>
                  <a:ext uri="{FF2B5EF4-FFF2-40B4-BE49-F238E27FC236}">
                    <a16:creationId xmlns="" xmlns:a16="http://schemas.microsoft.com/office/drawing/2014/main" id="{A3B90E21-92BC-406E-B092-114514F3AB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16613" y="3090709"/>
                <a:ext cx="1718278" cy="279564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da-DK" sz="2000" b="1" dirty="0">
                  <a:solidFill>
                    <a:srgbClr val="1FB2A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84" name="Subtitle 2">
                <a:extLst>
                  <a:ext uri="{FF2B5EF4-FFF2-40B4-BE49-F238E27FC236}">
                    <a16:creationId xmlns="" xmlns:a16="http://schemas.microsoft.com/office/drawing/2014/main" id="{31D5A0F7-0749-4AEB-87C9-FDF8330655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16614" y="3399665"/>
                <a:ext cx="2979986" cy="223651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IN" sz="1600" dirty="0">
                  <a:solidFill>
                    <a:schemeClr val="bg1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="" xmlns:a16="http://schemas.microsoft.com/office/drawing/2014/main" id="{EB3B3DCB-3B0F-4F4A-8873-06335F104B8D}"/>
              </a:ext>
            </a:extLst>
          </p:cNvPr>
          <p:cNvGrpSpPr/>
          <p:nvPr/>
        </p:nvGrpSpPr>
        <p:grpSpPr>
          <a:xfrm>
            <a:off x="7916613" y="4181098"/>
            <a:ext cx="2979987" cy="532607"/>
            <a:chOff x="7916613" y="4247005"/>
            <a:chExt cx="2979987" cy="532607"/>
          </a:xfrm>
        </p:grpSpPr>
        <p:sp>
          <p:nvSpPr>
            <p:cNvPr id="86" name="Subtitle 2">
              <a:extLst>
                <a:ext uri="{FF2B5EF4-FFF2-40B4-BE49-F238E27FC236}">
                  <a16:creationId xmlns="" xmlns:a16="http://schemas.microsoft.com/office/drawing/2014/main" id="{4CADDF0A-9002-4543-AB99-EA4FD34549E4}"/>
                </a:ext>
              </a:extLst>
            </p:cNvPr>
            <p:cNvSpPr txBox="1">
              <a:spLocks/>
            </p:cNvSpPr>
            <p:nvPr/>
          </p:nvSpPr>
          <p:spPr>
            <a:xfrm>
              <a:off x="7916613" y="4247005"/>
              <a:ext cx="1718278" cy="27956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da-DK" sz="2000" b="1" dirty="0">
                <a:solidFill>
                  <a:srgbClr val="1FB2A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7" name="Subtitle 2">
              <a:extLst>
                <a:ext uri="{FF2B5EF4-FFF2-40B4-BE49-F238E27FC236}">
                  <a16:creationId xmlns="" xmlns:a16="http://schemas.microsoft.com/office/drawing/2014/main" id="{B9FAF7AF-8AC9-4511-A590-F5604A88EEB5}"/>
                </a:ext>
              </a:extLst>
            </p:cNvPr>
            <p:cNvSpPr txBox="1">
              <a:spLocks/>
            </p:cNvSpPr>
            <p:nvPr/>
          </p:nvSpPr>
          <p:spPr>
            <a:xfrm>
              <a:off x="7916614" y="4555961"/>
              <a:ext cx="2979986" cy="22365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="" xmlns:a16="http://schemas.microsoft.com/office/drawing/2014/main" id="{C38A4786-8196-46FD-9C6D-B45D5D977C96}"/>
              </a:ext>
            </a:extLst>
          </p:cNvPr>
          <p:cNvGrpSpPr/>
          <p:nvPr/>
        </p:nvGrpSpPr>
        <p:grpSpPr>
          <a:xfrm>
            <a:off x="7610563" y="4298831"/>
            <a:ext cx="4103100" cy="722550"/>
            <a:chOff x="6793500" y="5291211"/>
            <a:chExt cx="4103100" cy="722550"/>
          </a:xfrm>
          <a:solidFill>
            <a:srgbClr val="92D050"/>
          </a:solidFill>
        </p:grpSpPr>
        <p:grpSp>
          <p:nvGrpSpPr>
            <p:cNvPr id="70" name="Group 69">
              <a:extLst>
                <a:ext uri="{FF2B5EF4-FFF2-40B4-BE49-F238E27FC236}">
                  <a16:creationId xmlns="" xmlns:a16="http://schemas.microsoft.com/office/drawing/2014/main" id="{B7A608E9-0951-456C-8F62-D4B34E459D6C}"/>
                </a:ext>
              </a:extLst>
            </p:cNvPr>
            <p:cNvGrpSpPr/>
            <p:nvPr/>
          </p:nvGrpSpPr>
          <p:grpSpPr>
            <a:xfrm>
              <a:off x="6793500" y="5297467"/>
              <a:ext cx="716294" cy="716294"/>
              <a:chOff x="8046706" y="5408750"/>
              <a:chExt cx="716294" cy="716294"/>
            </a:xfrm>
            <a:grpFill/>
          </p:grpSpPr>
          <p:sp>
            <p:nvSpPr>
              <p:cNvPr id="71" name="Oval 70">
                <a:extLst>
                  <a:ext uri="{FF2B5EF4-FFF2-40B4-BE49-F238E27FC236}">
                    <a16:creationId xmlns="" xmlns:a16="http://schemas.microsoft.com/office/drawing/2014/main" id="{6E7671C7-74DB-4396-9EAA-005EC1DC508A}"/>
                  </a:ext>
                </a:extLst>
              </p:cNvPr>
              <p:cNvSpPr/>
              <p:nvPr/>
            </p:nvSpPr>
            <p:spPr>
              <a:xfrm>
                <a:off x="8046706" y="5408750"/>
                <a:ext cx="716294" cy="716294"/>
              </a:xfrm>
              <a:prstGeom prst="ellipse">
                <a:avLst/>
              </a:prstGeom>
              <a:grpFill/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72" name="Graphic 71">
                <a:extLst>
                  <a:ext uri="{FF2B5EF4-FFF2-40B4-BE49-F238E27FC236}">
                    <a16:creationId xmlns="" xmlns:a16="http://schemas.microsoft.com/office/drawing/2014/main" id="{1E89F066-FC15-4968-B26C-B66FE4D5F6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232706" y="5594750"/>
                <a:ext cx="344295" cy="344295"/>
              </a:xfrm>
              <a:prstGeom prst="rect">
                <a:avLst/>
              </a:prstGeom>
              <a:grpFill/>
            </p:spPr>
          </p:pic>
        </p:grpSp>
        <p:grpSp>
          <p:nvGrpSpPr>
            <p:cNvPr id="94" name="Group 93">
              <a:extLst>
                <a:ext uri="{FF2B5EF4-FFF2-40B4-BE49-F238E27FC236}">
                  <a16:creationId xmlns="" xmlns:a16="http://schemas.microsoft.com/office/drawing/2014/main" id="{363B4606-84CE-49CD-994E-D66AA79DD8C9}"/>
                </a:ext>
              </a:extLst>
            </p:cNvPr>
            <p:cNvGrpSpPr/>
            <p:nvPr/>
          </p:nvGrpSpPr>
          <p:grpSpPr>
            <a:xfrm>
              <a:off x="7916613" y="5291211"/>
              <a:ext cx="2979987" cy="532607"/>
              <a:chOff x="7916613" y="5291211"/>
              <a:chExt cx="2979987" cy="532607"/>
            </a:xfrm>
            <a:grpFill/>
          </p:grpSpPr>
          <p:sp>
            <p:nvSpPr>
              <p:cNvPr id="89" name="Subtitle 2">
                <a:extLst>
                  <a:ext uri="{FF2B5EF4-FFF2-40B4-BE49-F238E27FC236}">
                    <a16:creationId xmlns="" xmlns:a16="http://schemas.microsoft.com/office/drawing/2014/main" id="{9832EDE5-0CFA-4637-8EC6-53B41CFD39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16613" y="5291211"/>
                <a:ext cx="1718278" cy="279564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da-DK" sz="2000" b="1" dirty="0">
                  <a:solidFill>
                    <a:srgbClr val="1FB2A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90" name="Subtitle 2">
                <a:extLst>
                  <a:ext uri="{FF2B5EF4-FFF2-40B4-BE49-F238E27FC236}">
                    <a16:creationId xmlns="" xmlns:a16="http://schemas.microsoft.com/office/drawing/2014/main" id="{619DE337-29EB-4B48-B52A-8FE714535E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16614" y="5600167"/>
                <a:ext cx="2979986" cy="223651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IN" sz="1600" dirty="0">
                  <a:solidFill>
                    <a:schemeClr val="bg1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</p:grpSp>
      <p:sp>
        <p:nvSpPr>
          <p:cNvPr id="52" name="Subtitle 2">
            <a:extLst>
              <a:ext uri="{FF2B5EF4-FFF2-40B4-BE49-F238E27FC236}">
                <a16:creationId xmlns="" xmlns:a16="http://schemas.microsoft.com/office/drawing/2014/main" id="{AF731429-4D58-4D27-AEFF-3BA3C375D28A}"/>
              </a:ext>
            </a:extLst>
          </p:cNvPr>
          <p:cNvSpPr txBox="1">
            <a:spLocks/>
          </p:cNvSpPr>
          <p:nvPr/>
        </p:nvSpPr>
        <p:spPr>
          <a:xfrm>
            <a:off x="8277927" y="4588950"/>
            <a:ext cx="2896651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000" b="1" dirty="0"/>
              <a:t>Education &amp; Skill Development</a:t>
            </a:r>
            <a:endParaRPr lang="en-US" sz="2000" dirty="0"/>
          </a:p>
        </p:txBody>
      </p:sp>
      <p:sp>
        <p:nvSpPr>
          <p:cNvPr id="53" name="Subtitle 2">
            <a:extLst>
              <a:ext uri="{FF2B5EF4-FFF2-40B4-BE49-F238E27FC236}">
                <a16:creationId xmlns="" xmlns:a16="http://schemas.microsoft.com/office/drawing/2014/main" id="{AF731429-4D58-4D27-AEFF-3BA3C375D28A}"/>
              </a:ext>
            </a:extLst>
          </p:cNvPr>
          <p:cNvSpPr txBox="1">
            <a:spLocks/>
          </p:cNvSpPr>
          <p:nvPr/>
        </p:nvSpPr>
        <p:spPr>
          <a:xfrm>
            <a:off x="8338884" y="2740365"/>
            <a:ext cx="2896651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000" b="1" dirty="0"/>
              <a:t>Remote Collaboration &amp; Networking</a:t>
            </a:r>
            <a:endParaRPr lang="en-US" sz="2000" dirty="0"/>
          </a:p>
        </p:txBody>
      </p:sp>
      <p:sp>
        <p:nvSpPr>
          <p:cNvPr id="54" name="Subtitle 2">
            <a:extLst>
              <a:ext uri="{FF2B5EF4-FFF2-40B4-BE49-F238E27FC236}">
                <a16:creationId xmlns="" xmlns:a16="http://schemas.microsoft.com/office/drawing/2014/main" id="{F206B237-4333-4C21-8212-C5547E94C94E}"/>
              </a:ext>
            </a:extLst>
          </p:cNvPr>
          <p:cNvSpPr txBox="1">
            <a:spLocks/>
          </p:cNvSpPr>
          <p:nvPr/>
        </p:nvSpPr>
        <p:spPr>
          <a:xfrm>
            <a:off x="7045316" y="2925495"/>
            <a:ext cx="4638910" cy="12275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lvl="1"/>
            <a:r>
              <a:rPr lang="en-US" dirty="0"/>
              <a:t>Seamless tools for remote workers to connect, collaborate, and share knowledge.</a:t>
            </a:r>
            <a:endParaRPr lang="en-US" sz="1800" dirty="0"/>
          </a:p>
        </p:txBody>
      </p:sp>
      <p:sp>
        <p:nvSpPr>
          <p:cNvPr id="57" name="Subtitle 2">
            <a:extLst>
              <a:ext uri="{FF2B5EF4-FFF2-40B4-BE49-F238E27FC236}">
                <a16:creationId xmlns="" xmlns:a16="http://schemas.microsoft.com/office/drawing/2014/main" id="{F206B237-4333-4C21-8212-C5547E94C94E}"/>
              </a:ext>
            </a:extLst>
          </p:cNvPr>
          <p:cNvSpPr txBox="1">
            <a:spLocks/>
          </p:cNvSpPr>
          <p:nvPr/>
        </p:nvSpPr>
        <p:spPr>
          <a:xfrm>
            <a:off x="7074753" y="4906785"/>
            <a:ext cx="4638910" cy="9505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lvl="1"/>
            <a:r>
              <a:rPr lang="en-US" dirty="0"/>
              <a:t>Specialized resources and courses to empower agricultural workers.</a:t>
            </a:r>
            <a:endParaRPr lang="en-US" sz="1800" dirty="0"/>
          </a:p>
        </p:txBody>
      </p:sp>
      <p:sp>
        <p:nvSpPr>
          <p:cNvPr id="73" name="Subtitle 2">
            <a:extLst>
              <a:ext uri="{FF2B5EF4-FFF2-40B4-BE49-F238E27FC236}">
                <a16:creationId xmlns="" xmlns:a16="http://schemas.microsoft.com/office/drawing/2014/main" id="{AF731429-4D58-4D27-AEFF-3BA3C375D28A}"/>
              </a:ext>
            </a:extLst>
          </p:cNvPr>
          <p:cNvSpPr txBox="1">
            <a:spLocks/>
          </p:cNvSpPr>
          <p:nvPr/>
        </p:nvSpPr>
        <p:spPr>
          <a:xfrm>
            <a:off x="7847592" y="5196646"/>
            <a:ext cx="289665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sz="2000" dirty="0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1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562" y="3294363"/>
            <a:ext cx="1198565" cy="119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9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134319"/>
            <a:ext cx="1226916" cy="664044"/>
          </a:xfrm>
        </p:spPr>
        <p:txBody>
          <a:bodyPr>
            <a:normAutofit fontScale="90000"/>
          </a:bodyPr>
          <a:lstStyle/>
          <a:p>
            <a:endParaRPr lang="en-US" dirty="0">
              <a:ln w="0"/>
              <a:solidFill>
                <a:srgbClr val="92D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91" y="1068519"/>
            <a:ext cx="4529441" cy="2763118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263" y="323332"/>
            <a:ext cx="6221788" cy="63556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91" y="4301467"/>
            <a:ext cx="4527783" cy="212100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FB16E3C9-7004-4C1B-A5B9-23B22B085A0E}"/>
              </a:ext>
            </a:extLst>
          </p:cNvPr>
          <p:cNvSpPr txBox="1">
            <a:spLocks/>
          </p:cNvSpPr>
          <p:nvPr/>
        </p:nvSpPr>
        <p:spPr>
          <a:xfrm>
            <a:off x="-632811" y="80264"/>
            <a:ext cx="6443302" cy="692497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5000" b="1" dirty="0" smtClean="0">
                <a:latin typeface="Poppins ExtraBold" panose="00000900000000000000" pitchFamily="2" charset="0"/>
                <a:cs typeface="Poppins ExtraBold" panose="00000900000000000000" pitchFamily="2" charset="0"/>
              </a:rPr>
              <a:t>How it works</a:t>
            </a:r>
            <a:endParaRPr lang="da-DK" sz="5000" b="1" dirty="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06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D1CB63DF-7869-4A2D-8942-6FBFF2C64DEF}"/>
              </a:ext>
            </a:extLst>
          </p:cNvPr>
          <p:cNvSpPr/>
          <p:nvPr/>
        </p:nvSpPr>
        <p:spPr>
          <a:xfrm>
            <a:off x="9025917" y="17235"/>
            <a:ext cx="3136900" cy="6840766"/>
          </a:xfrm>
          <a:prstGeom prst="rect">
            <a:avLst/>
          </a:prstGeom>
          <a:solidFill>
            <a:srgbClr val="24242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C20C2904-96D7-4DB9-9308-599B9B4393C3}"/>
              </a:ext>
            </a:extLst>
          </p:cNvPr>
          <p:cNvSpPr/>
          <p:nvPr/>
        </p:nvSpPr>
        <p:spPr>
          <a:xfrm>
            <a:off x="-29184" y="1"/>
            <a:ext cx="12192001" cy="6858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xmlns="" id="{A5C7B140-18CC-412A-9453-8BFDE5BD6C5D}"/>
              </a:ext>
            </a:extLst>
          </p:cNvPr>
          <p:cNvSpPr txBox="1">
            <a:spLocks/>
          </p:cNvSpPr>
          <p:nvPr/>
        </p:nvSpPr>
        <p:spPr>
          <a:xfrm>
            <a:off x="769444" y="456864"/>
            <a:ext cx="11022776" cy="747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/>
              <a:t>Market Opportunity &amp; Business Model</a:t>
            </a:r>
            <a:endParaRPr lang="en-US" sz="48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FC346CFC-5301-4D6B-846C-DE320F8827F0}"/>
              </a:ext>
            </a:extLst>
          </p:cNvPr>
          <p:cNvGrpSpPr/>
          <p:nvPr/>
        </p:nvGrpSpPr>
        <p:grpSpPr>
          <a:xfrm>
            <a:off x="955864" y="1661623"/>
            <a:ext cx="969201" cy="969201"/>
            <a:chOff x="567621" y="-2283487"/>
            <a:chExt cx="969201" cy="969201"/>
          </a:xfrm>
          <a:solidFill>
            <a:srgbClr val="92D050"/>
          </a:solidFill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xmlns="" id="{A0212DEF-C4B4-4A4C-937C-67F5C70838A5}"/>
                </a:ext>
              </a:extLst>
            </p:cNvPr>
            <p:cNvSpPr/>
            <p:nvPr/>
          </p:nvSpPr>
          <p:spPr>
            <a:xfrm>
              <a:off x="567621" y="-2283487"/>
              <a:ext cx="969201" cy="969201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xmlns="" id="{7493AC8C-A505-4F29-961A-B3D6551E0994}"/>
                </a:ext>
              </a:extLst>
            </p:cNvPr>
            <p:cNvSpPr/>
            <p:nvPr/>
          </p:nvSpPr>
          <p:spPr>
            <a:xfrm>
              <a:off x="642476" y="-2230322"/>
              <a:ext cx="819490" cy="819490"/>
            </a:xfrm>
            <a:prstGeom prst="ellipse">
              <a:avLst/>
            </a:prstGeom>
            <a:grpFill/>
            <a:ln>
              <a:solidFill>
                <a:srgbClr val="1FB2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xmlns="" id="{5836E527-3D7C-4F62-8DFD-825D3ED0BC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96042" y="1877516"/>
            <a:ext cx="484684" cy="484684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xmlns="" id="{5B6CC5CE-1F21-4C73-AFE5-C5631DCF6310}"/>
              </a:ext>
            </a:extLst>
          </p:cNvPr>
          <p:cNvSpPr txBox="1">
            <a:spLocks/>
          </p:cNvSpPr>
          <p:nvPr/>
        </p:nvSpPr>
        <p:spPr>
          <a:xfrm>
            <a:off x="2090388" y="1676994"/>
            <a:ext cx="171827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n-US" sz="2000" b="1" dirty="0"/>
              <a:t>Market Size</a:t>
            </a:r>
            <a:endParaRPr lang="en-US" sz="2000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xmlns="" id="{D6C0EA4E-C577-47BF-B6BA-EA550463695F}"/>
              </a:ext>
            </a:extLst>
          </p:cNvPr>
          <p:cNvSpPr txBox="1">
            <a:spLocks/>
          </p:cNvSpPr>
          <p:nvPr/>
        </p:nvSpPr>
        <p:spPr>
          <a:xfrm>
            <a:off x="1568944" y="1692009"/>
            <a:ext cx="10292080" cy="13557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endParaRPr lang="en-US" dirty="0"/>
          </a:p>
          <a:p>
            <a:pPr lvl="1" algn="l"/>
            <a:r>
              <a:rPr lang="en-US" b="1" dirty="0"/>
              <a:t>Agriculture</a:t>
            </a:r>
            <a:r>
              <a:rPr lang="en-US" dirty="0"/>
              <a:t>: $13.1 trillion in 2023, projected to reach $15.5 trillion by </a:t>
            </a:r>
            <a:r>
              <a:rPr lang="en-US" dirty="0" smtClean="0"/>
              <a:t>2025.</a:t>
            </a:r>
          </a:p>
          <a:p>
            <a:pPr lvl="1" algn="l"/>
            <a:r>
              <a:rPr lang="en-US" b="1" dirty="0" smtClean="0"/>
              <a:t>Remote </a:t>
            </a:r>
            <a:r>
              <a:rPr lang="en-US" b="1" dirty="0"/>
              <a:t>Work</a:t>
            </a:r>
            <a:r>
              <a:rPr lang="en-US" dirty="0"/>
              <a:t>: $111.63 billion by 2030, with 36.2 million remote workers in the U.S. by 2025.</a:t>
            </a:r>
          </a:p>
          <a:p>
            <a:pPr lvl="1" algn="l"/>
            <a:r>
              <a:rPr lang="en-US" b="1" dirty="0"/>
              <a:t>Online Education</a:t>
            </a:r>
            <a:r>
              <a:rPr lang="en-US" dirty="0"/>
              <a:t>: $319 billion by 2025.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DA6DBCD2-5911-4904-9EA9-533D427CD117}"/>
              </a:ext>
            </a:extLst>
          </p:cNvPr>
          <p:cNvCxnSpPr>
            <a:cxnSpLocks/>
          </p:cNvCxnSpPr>
          <p:nvPr/>
        </p:nvCxnSpPr>
        <p:spPr>
          <a:xfrm>
            <a:off x="955864" y="3314700"/>
            <a:ext cx="8099234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925065" y="3440891"/>
            <a:ext cx="6096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2000" b="1" dirty="0"/>
              <a:t>Business Model</a:t>
            </a:r>
          </a:p>
          <a:p>
            <a:pPr lvl="1"/>
            <a:r>
              <a:rPr lang="en-US" b="1" dirty="0"/>
              <a:t>Subscription-Based</a:t>
            </a:r>
            <a:r>
              <a:rPr lang="en-US" dirty="0"/>
              <a:t>: Monthly/annual fees for access to tools and resources.</a:t>
            </a:r>
            <a:endParaRPr lang="en-US" sz="2000" dirty="0"/>
          </a:p>
          <a:p>
            <a:pPr lvl="1"/>
            <a:r>
              <a:rPr lang="en-US" b="1" dirty="0"/>
              <a:t>Freemium</a:t>
            </a:r>
            <a:r>
              <a:rPr lang="en-US" dirty="0"/>
              <a:t>: Free basic features, paid premium content.</a:t>
            </a:r>
            <a:endParaRPr lang="en-US" sz="2000" dirty="0"/>
          </a:p>
          <a:p>
            <a:pPr lvl="1"/>
            <a:r>
              <a:rPr lang="en-US" b="1" dirty="0"/>
              <a:t>Transaction Fees</a:t>
            </a:r>
            <a:r>
              <a:rPr lang="en-US" dirty="0"/>
              <a:t>: Commissions on marketplace transactions.</a:t>
            </a:r>
            <a:endParaRPr lang="en-US" sz="2000" dirty="0"/>
          </a:p>
          <a:p>
            <a:pPr lvl="1"/>
            <a:r>
              <a:rPr lang="en-US" b="1" dirty="0"/>
              <a:t>Advertising &amp; Sponsorships</a:t>
            </a:r>
            <a:r>
              <a:rPr lang="en-US" dirty="0"/>
              <a:t>: Revenue from industry ads and content sponsors.</a:t>
            </a:r>
            <a:endParaRPr lang="en-US" sz="2000" dirty="0"/>
          </a:p>
          <a:p>
            <a:pPr lvl="1"/>
            <a:r>
              <a:rPr lang="en-US" b="1" dirty="0"/>
              <a:t>B2B Partnerships</a:t>
            </a:r>
            <a:r>
              <a:rPr lang="en-US" dirty="0"/>
              <a:t>: Tailored solutions for large businesses, governments, and NGOs.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615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139" y="5693789"/>
            <a:ext cx="10515600" cy="956821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Competitive Advantage: How AGRO-TIME Stands 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445" y="0"/>
            <a:ext cx="11114988" cy="5811838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Unlike other </a:t>
            </a:r>
            <a:r>
              <a:rPr lang="en-US" dirty="0" err="1"/>
              <a:t>agritech</a:t>
            </a:r>
            <a:r>
              <a:rPr lang="en-US" dirty="0"/>
              <a:t> platforms that focus on </a:t>
            </a:r>
            <a:r>
              <a:rPr lang="en-US" b="1" dirty="0"/>
              <a:t>funding, logistics, or direct farm investments</a:t>
            </a:r>
            <a:r>
              <a:rPr lang="en-US" dirty="0"/>
              <a:t>, AGRO-TIME differentiates itself by prioritizing </a:t>
            </a:r>
            <a:r>
              <a:rPr lang="en-US" b="1" dirty="0"/>
              <a:t>knowledge, networking, and digital agribusiness tools</a:t>
            </a:r>
            <a:r>
              <a:rPr lang="en-US" dirty="0"/>
              <a:t>:</a:t>
            </a:r>
          </a:p>
          <a:p>
            <a:pPr lvl="0"/>
            <a:r>
              <a:rPr lang="en-US" b="1" dirty="0" err="1"/>
              <a:t>FarmCrowdy</a:t>
            </a:r>
            <a:r>
              <a:rPr lang="en-US" b="1" dirty="0"/>
              <a:t> &amp;  </a:t>
            </a:r>
            <a:r>
              <a:rPr lang="en-US" b="1" dirty="0" err="1"/>
              <a:t>ThriveAgric</a:t>
            </a:r>
            <a:r>
              <a:rPr lang="en-US" dirty="0"/>
              <a:t> → Primarily focus on </a:t>
            </a:r>
            <a:r>
              <a:rPr lang="en-US" b="1" dirty="0"/>
              <a:t>connecting farmers with investors</a:t>
            </a:r>
            <a:r>
              <a:rPr lang="en-US" dirty="0"/>
              <a:t> for funding and farm sponsorships.</a:t>
            </a:r>
          </a:p>
          <a:p>
            <a:pPr lvl="0"/>
            <a:r>
              <a:rPr lang="en-US" b="1" dirty="0"/>
              <a:t>Fresh Direct Nigeria</a:t>
            </a:r>
            <a:r>
              <a:rPr lang="en-US" dirty="0"/>
              <a:t> → Focuses on </a:t>
            </a:r>
            <a:r>
              <a:rPr lang="en-US" b="1" dirty="0"/>
              <a:t>hydroponics and organic farming</a:t>
            </a:r>
            <a:r>
              <a:rPr lang="en-US" dirty="0"/>
              <a:t> solutions.</a:t>
            </a:r>
          </a:p>
          <a:p>
            <a:r>
              <a:rPr lang="en-US" dirty="0"/>
              <a:t>✅ </a:t>
            </a:r>
            <a:r>
              <a:rPr lang="en-US" b="1" dirty="0"/>
              <a:t>AGRO-TIME's Unique Value Proposition:</a:t>
            </a:r>
            <a:endParaRPr lang="en-US" dirty="0"/>
          </a:p>
          <a:p>
            <a:pPr lvl="0"/>
            <a:r>
              <a:rPr lang="en-US" b="1" dirty="0"/>
              <a:t>Education-First Approach</a:t>
            </a:r>
            <a:r>
              <a:rPr lang="en-US" dirty="0"/>
              <a:t> – Structured learning on agribusiness and modern farming techniques.</a:t>
            </a:r>
          </a:p>
          <a:p>
            <a:pPr lvl="0"/>
            <a:r>
              <a:rPr lang="en-US" b="1" dirty="0"/>
              <a:t>Remote Work &amp; Agribusiness Services</a:t>
            </a:r>
            <a:r>
              <a:rPr lang="en-US" dirty="0"/>
              <a:t> – A marketplace where remote professionals can offer their expertise to agribusinesses.</a:t>
            </a:r>
          </a:p>
          <a:p>
            <a:pPr lvl="0"/>
            <a:r>
              <a:rPr lang="en-US" b="1" dirty="0" smtClean="0"/>
              <a:t>C</a:t>
            </a:r>
            <a:endParaRPr lang="en-US" dirty="0"/>
          </a:p>
          <a:p>
            <a:r>
              <a:rPr lang="en-US" b="1" dirty="0"/>
              <a:t>Digital Agribusiness Management</a:t>
            </a:r>
            <a:r>
              <a:rPr lang="en-US" dirty="0"/>
              <a:t> – Business tools to help farmers and entrepreneurs scale their ventures effectively</a:t>
            </a:r>
          </a:p>
        </p:txBody>
      </p:sp>
    </p:spTree>
    <p:extLst>
      <p:ext uri="{BB962C8B-B14F-4D97-AF65-F5344CB8AC3E}">
        <p14:creationId xmlns:p14="http://schemas.microsoft.com/office/powerpoint/2010/main" val="178109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xmlns="" id="{1ADC07A8-EDD4-63C1-93F7-10F288180DC8}"/>
              </a:ext>
            </a:extLst>
          </p:cNvPr>
          <p:cNvSpPr/>
          <p:nvPr/>
        </p:nvSpPr>
        <p:spPr>
          <a:xfrm>
            <a:off x="-711839" y="3731464"/>
            <a:ext cx="4631923" cy="4631917"/>
          </a:xfrm>
          <a:custGeom>
            <a:avLst/>
            <a:gdLst>
              <a:gd name="connsiteX0" fmla="*/ 2322286 w 4644572"/>
              <a:gd name="connsiteY0" fmla="*/ 232230 h 4644572"/>
              <a:gd name="connsiteX1" fmla="*/ 232229 w 4644572"/>
              <a:gd name="connsiteY1" fmla="*/ 2322286 h 4644572"/>
              <a:gd name="connsiteX2" fmla="*/ 2322286 w 4644572"/>
              <a:gd name="connsiteY2" fmla="*/ 4412342 h 4644572"/>
              <a:gd name="connsiteX3" fmla="*/ 4412343 w 4644572"/>
              <a:gd name="connsiteY3" fmla="*/ 2322286 h 4644572"/>
              <a:gd name="connsiteX4" fmla="*/ 2322286 w 4644572"/>
              <a:gd name="connsiteY4" fmla="*/ 232230 h 4644572"/>
              <a:gd name="connsiteX5" fmla="*/ 2322286 w 4644572"/>
              <a:gd name="connsiteY5" fmla="*/ 0 h 4644572"/>
              <a:gd name="connsiteX6" fmla="*/ 4644572 w 4644572"/>
              <a:gd name="connsiteY6" fmla="*/ 2322286 h 4644572"/>
              <a:gd name="connsiteX7" fmla="*/ 2322286 w 4644572"/>
              <a:gd name="connsiteY7" fmla="*/ 4644572 h 4644572"/>
              <a:gd name="connsiteX8" fmla="*/ 0 w 4644572"/>
              <a:gd name="connsiteY8" fmla="*/ 2322286 h 4644572"/>
              <a:gd name="connsiteX9" fmla="*/ 2322286 w 4644572"/>
              <a:gd name="connsiteY9" fmla="*/ 0 h 4644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44572" h="4644572">
                <a:moveTo>
                  <a:pt x="2322286" y="232230"/>
                </a:moveTo>
                <a:cubicBezTo>
                  <a:pt x="1167979" y="232230"/>
                  <a:pt x="232229" y="1167980"/>
                  <a:pt x="232229" y="2322286"/>
                </a:cubicBezTo>
                <a:cubicBezTo>
                  <a:pt x="232229" y="3476592"/>
                  <a:pt x="1167979" y="4412342"/>
                  <a:pt x="2322286" y="4412342"/>
                </a:cubicBezTo>
                <a:cubicBezTo>
                  <a:pt x="3476593" y="4412342"/>
                  <a:pt x="4412343" y="3476592"/>
                  <a:pt x="4412343" y="2322286"/>
                </a:cubicBezTo>
                <a:cubicBezTo>
                  <a:pt x="4412343" y="1167980"/>
                  <a:pt x="3476593" y="232230"/>
                  <a:pt x="2322286" y="232230"/>
                </a:cubicBezTo>
                <a:close/>
                <a:moveTo>
                  <a:pt x="2322286" y="0"/>
                </a:moveTo>
                <a:cubicBezTo>
                  <a:pt x="3604849" y="0"/>
                  <a:pt x="4644572" y="1039723"/>
                  <a:pt x="4644572" y="2322286"/>
                </a:cubicBezTo>
                <a:cubicBezTo>
                  <a:pt x="4644572" y="3604849"/>
                  <a:pt x="3604849" y="4644572"/>
                  <a:pt x="2322286" y="4644572"/>
                </a:cubicBezTo>
                <a:cubicBezTo>
                  <a:pt x="1039723" y="4644572"/>
                  <a:pt x="0" y="3604849"/>
                  <a:pt x="0" y="2322286"/>
                </a:cubicBezTo>
                <a:cubicBezTo>
                  <a:pt x="0" y="1039723"/>
                  <a:pt x="1039723" y="0"/>
                  <a:pt x="2322286" y="0"/>
                </a:cubicBezTo>
                <a:close/>
              </a:path>
            </a:pathLst>
          </a:custGeom>
          <a:solidFill>
            <a:schemeClr val="bg1"/>
          </a:solidFill>
          <a:ln w="254000">
            <a:solidFill>
              <a:schemeClr val="bg1"/>
            </a:solidFill>
          </a:ln>
          <a:effectLst>
            <a:outerShdw blurRad="339078" sx="102000" sy="102000" algn="ctr" rotWithShape="0">
              <a:srgbClr val="C9E0CF">
                <a:alpha val="8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Poppins" pitchFamily="2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1E68819-D64D-7C74-3CCA-83C1B077B2E9}"/>
              </a:ext>
            </a:extLst>
          </p:cNvPr>
          <p:cNvSpPr/>
          <p:nvPr/>
        </p:nvSpPr>
        <p:spPr>
          <a:xfrm>
            <a:off x="8798523" y="9201"/>
            <a:ext cx="3393477" cy="6733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Unlike other agritech platforms that focus on funding, logistics, or direct farm investments, </a:t>
            </a:r>
          </a:p>
          <a:p>
            <a:endParaRPr lang="en-US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AGRO-TIME differentiates itself by prioritizing knowledge, networking, and digital agribusiness tools:</a:t>
            </a:r>
          </a:p>
          <a:p>
            <a:endParaRPr lang="en-US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/>
            <a:r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FarmCrowdy &amp;  ThriveAgric → Primarily focus on connecting farmers with investors for funding and farm sponsorships.</a:t>
            </a:r>
          </a:p>
          <a:p>
            <a:pPr lvl="0"/>
            <a:endParaRPr lang="en-US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/>
            <a:r>
              <a:rPr lang="en-U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Fresh Direct Nigeria → Focuses on hydroponics and organic farming solutions.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104AE64-BCAD-E90E-1F82-FE60AD172EE1}"/>
              </a:ext>
            </a:extLst>
          </p:cNvPr>
          <p:cNvSpPr/>
          <p:nvPr/>
        </p:nvSpPr>
        <p:spPr>
          <a:xfrm>
            <a:off x="4531419" y="0"/>
            <a:ext cx="382340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9078" sx="102000" sy="102000" algn="ctr" rotWithShape="0">
              <a:srgbClr val="C9E0CF">
                <a:alpha val="8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602C5AC-64A6-21C3-5D89-0FD7EFCBF256}"/>
              </a:ext>
            </a:extLst>
          </p:cNvPr>
          <p:cNvSpPr txBox="1"/>
          <p:nvPr/>
        </p:nvSpPr>
        <p:spPr>
          <a:xfrm>
            <a:off x="4985876" y="487235"/>
            <a:ext cx="3740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197E6B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sz="1800" b="1" dirty="0">
                <a:solidFill>
                  <a:schemeClr val="tx1"/>
                </a:solidFill>
              </a:rPr>
              <a:t>AGRO-TIME's Unique Value Proposition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xmlns="" id="{A665D750-A002-808B-395D-9042D7C349E1}"/>
              </a:ext>
            </a:extLst>
          </p:cNvPr>
          <p:cNvSpPr/>
          <p:nvPr/>
        </p:nvSpPr>
        <p:spPr>
          <a:xfrm>
            <a:off x="4531420" y="1349824"/>
            <a:ext cx="335530" cy="683886"/>
          </a:xfrm>
          <a:custGeom>
            <a:avLst/>
            <a:gdLst>
              <a:gd name="connsiteX0" fmla="*/ 0 w 554557"/>
              <a:gd name="connsiteY0" fmla="*/ 0 h 1130311"/>
              <a:gd name="connsiteX1" fmla="*/ 102350 w 554557"/>
              <a:gd name="connsiteY1" fmla="*/ 10317 h 1130311"/>
              <a:gd name="connsiteX2" fmla="*/ 554557 w 554557"/>
              <a:gd name="connsiteY2" fmla="*/ 565155 h 1130311"/>
              <a:gd name="connsiteX3" fmla="*/ 102350 w 554557"/>
              <a:gd name="connsiteY3" fmla="*/ 1119993 h 1130311"/>
              <a:gd name="connsiteX4" fmla="*/ 0 w 554557"/>
              <a:gd name="connsiteY4" fmla="*/ 1130311 h 113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557" h="1130311">
                <a:moveTo>
                  <a:pt x="0" y="0"/>
                </a:moveTo>
                <a:lnTo>
                  <a:pt x="102350" y="10317"/>
                </a:lnTo>
                <a:cubicBezTo>
                  <a:pt x="360424" y="63127"/>
                  <a:pt x="554557" y="291470"/>
                  <a:pt x="554557" y="565155"/>
                </a:cubicBezTo>
                <a:cubicBezTo>
                  <a:pt x="554557" y="838840"/>
                  <a:pt x="360424" y="1067184"/>
                  <a:pt x="102350" y="1119993"/>
                </a:cubicBezTo>
                <a:lnTo>
                  <a:pt x="0" y="1130311"/>
                </a:lnTo>
                <a:close/>
              </a:path>
            </a:pathLst>
          </a:custGeom>
          <a:solidFill>
            <a:srgbClr val="CDE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Poppins" pitchFamily="2" charset="77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xmlns="" id="{FAB41BA3-5D97-E092-7276-9B301848518E}"/>
              </a:ext>
            </a:extLst>
          </p:cNvPr>
          <p:cNvSpPr/>
          <p:nvPr/>
        </p:nvSpPr>
        <p:spPr>
          <a:xfrm>
            <a:off x="4531420" y="2449715"/>
            <a:ext cx="335530" cy="683886"/>
          </a:xfrm>
          <a:custGeom>
            <a:avLst/>
            <a:gdLst>
              <a:gd name="connsiteX0" fmla="*/ 0 w 554557"/>
              <a:gd name="connsiteY0" fmla="*/ 0 h 1130311"/>
              <a:gd name="connsiteX1" fmla="*/ 102350 w 554557"/>
              <a:gd name="connsiteY1" fmla="*/ 10317 h 1130311"/>
              <a:gd name="connsiteX2" fmla="*/ 554557 w 554557"/>
              <a:gd name="connsiteY2" fmla="*/ 565155 h 1130311"/>
              <a:gd name="connsiteX3" fmla="*/ 102350 w 554557"/>
              <a:gd name="connsiteY3" fmla="*/ 1119993 h 1130311"/>
              <a:gd name="connsiteX4" fmla="*/ 0 w 554557"/>
              <a:gd name="connsiteY4" fmla="*/ 1130311 h 113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557" h="1130311">
                <a:moveTo>
                  <a:pt x="0" y="0"/>
                </a:moveTo>
                <a:lnTo>
                  <a:pt x="102350" y="10317"/>
                </a:lnTo>
                <a:cubicBezTo>
                  <a:pt x="360424" y="63127"/>
                  <a:pt x="554557" y="291470"/>
                  <a:pt x="554557" y="565155"/>
                </a:cubicBezTo>
                <a:cubicBezTo>
                  <a:pt x="554557" y="838840"/>
                  <a:pt x="360424" y="1067184"/>
                  <a:pt x="102350" y="1119993"/>
                </a:cubicBezTo>
                <a:lnTo>
                  <a:pt x="0" y="1130311"/>
                </a:lnTo>
                <a:close/>
              </a:path>
            </a:pathLst>
          </a:custGeom>
          <a:solidFill>
            <a:srgbClr val="CDE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Poppins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5B3F676B-80B4-412C-6C37-895ED941BC49}"/>
              </a:ext>
            </a:extLst>
          </p:cNvPr>
          <p:cNvSpPr txBox="1"/>
          <p:nvPr/>
        </p:nvSpPr>
        <p:spPr>
          <a:xfrm>
            <a:off x="5025066" y="2520560"/>
            <a:ext cx="3051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Remote Work &amp; Agribusiness Services – A marketplace where remote professionals can offer their expertise to agribusinesses</a:t>
            </a:r>
            <a:endParaRPr lang="en-IN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itchFamily="2" charset="77"/>
              <a:ea typeface="Open Sans" panose="020B0606030504020204" pitchFamily="34" charset="0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1F521F8-EF70-4B0A-8FE7-D3729949F4B4}"/>
              </a:ext>
            </a:extLst>
          </p:cNvPr>
          <p:cNvSpPr txBox="1"/>
          <p:nvPr/>
        </p:nvSpPr>
        <p:spPr>
          <a:xfrm>
            <a:off x="5025066" y="3582117"/>
            <a:ext cx="3051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Remote Work &amp; Agribusiness Services – A marketplace where remote professionals can offer their expertise to agribusinesses</a:t>
            </a:r>
            <a:endParaRPr lang="en-IN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itchFamily="2" charset="77"/>
              <a:ea typeface="Open Sans" panose="020B0606030504020204" pitchFamily="34" charset="0"/>
              <a:cs typeface="Poppins" pitchFamily="2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xmlns="" id="{1671C965-6013-C1F3-C0E7-53352DEBA2A6}"/>
              </a:ext>
            </a:extLst>
          </p:cNvPr>
          <p:cNvSpPr/>
          <p:nvPr/>
        </p:nvSpPr>
        <p:spPr>
          <a:xfrm>
            <a:off x="4531420" y="3549606"/>
            <a:ext cx="335530" cy="683886"/>
          </a:xfrm>
          <a:custGeom>
            <a:avLst/>
            <a:gdLst>
              <a:gd name="connsiteX0" fmla="*/ 0 w 554557"/>
              <a:gd name="connsiteY0" fmla="*/ 0 h 1130311"/>
              <a:gd name="connsiteX1" fmla="*/ 102350 w 554557"/>
              <a:gd name="connsiteY1" fmla="*/ 10317 h 1130311"/>
              <a:gd name="connsiteX2" fmla="*/ 554557 w 554557"/>
              <a:gd name="connsiteY2" fmla="*/ 565155 h 1130311"/>
              <a:gd name="connsiteX3" fmla="*/ 102350 w 554557"/>
              <a:gd name="connsiteY3" fmla="*/ 1119993 h 1130311"/>
              <a:gd name="connsiteX4" fmla="*/ 0 w 554557"/>
              <a:gd name="connsiteY4" fmla="*/ 1130311 h 113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557" h="1130311">
                <a:moveTo>
                  <a:pt x="0" y="0"/>
                </a:moveTo>
                <a:lnTo>
                  <a:pt x="102350" y="10317"/>
                </a:lnTo>
                <a:cubicBezTo>
                  <a:pt x="360424" y="63127"/>
                  <a:pt x="554557" y="291470"/>
                  <a:pt x="554557" y="565155"/>
                </a:cubicBezTo>
                <a:cubicBezTo>
                  <a:pt x="554557" y="838840"/>
                  <a:pt x="360424" y="1067184"/>
                  <a:pt x="102350" y="1119993"/>
                </a:cubicBezTo>
                <a:lnTo>
                  <a:pt x="0" y="1130311"/>
                </a:lnTo>
                <a:close/>
              </a:path>
            </a:pathLst>
          </a:custGeom>
          <a:solidFill>
            <a:srgbClr val="CDE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Poppins" pitchFamily="2" charset="7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79D49C0-6FB7-D017-68B7-162F18ABF71E}"/>
              </a:ext>
            </a:extLst>
          </p:cNvPr>
          <p:cNvSpPr txBox="1"/>
          <p:nvPr/>
        </p:nvSpPr>
        <p:spPr>
          <a:xfrm>
            <a:off x="5025066" y="4635490"/>
            <a:ext cx="30516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Remote Work &amp; Agribusiness Services – A marketplace where remote professionals can offer their expertise to agribusinesses.</a:t>
            </a:r>
            <a:endParaRPr lang="en-US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xmlns="" id="{40464049-1060-A911-E802-97132809D67B}"/>
              </a:ext>
            </a:extLst>
          </p:cNvPr>
          <p:cNvSpPr/>
          <p:nvPr/>
        </p:nvSpPr>
        <p:spPr>
          <a:xfrm>
            <a:off x="4531420" y="4649497"/>
            <a:ext cx="335530" cy="683886"/>
          </a:xfrm>
          <a:custGeom>
            <a:avLst/>
            <a:gdLst>
              <a:gd name="connsiteX0" fmla="*/ 0 w 554557"/>
              <a:gd name="connsiteY0" fmla="*/ 0 h 1130311"/>
              <a:gd name="connsiteX1" fmla="*/ 102350 w 554557"/>
              <a:gd name="connsiteY1" fmla="*/ 10317 h 1130311"/>
              <a:gd name="connsiteX2" fmla="*/ 554557 w 554557"/>
              <a:gd name="connsiteY2" fmla="*/ 565155 h 1130311"/>
              <a:gd name="connsiteX3" fmla="*/ 102350 w 554557"/>
              <a:gd name="connsiteY3" fmla="*/ 1119993 h 1130311"/>
              <a:gd name="connsiteX4" fmla="*/ 0 w 554557"/>
              <a:gd name="connsiteY4" fmla="*/ 1130311 h 113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557" h="1130311">
                <a:moveTo>
                  <a:pt x="0" y="0"/>
                </a:moveTo>
                <a:lnTo>
                  <a:pt x="102350" y="10317"/>
                </a:lnTo>
                <a:cubicBezTo>
                  <a:pt x="360424" y="63127"/>
                  <a:pt x="554557" y="291470"/>
                  <a:pt x="554557" y="565155"/>
                </a:cubicBezTo>
                <a:cubicBezTo>
                  <a:pt x="554557" y="838840"/>
                  <a:pt x="360424" y="1067184"/>
                  <a:pt x="102350" y="1119993"/>
                </a:cubicBezTo>
                <a:lnTo>
                  <a:pt x="0" y="1130311"/>
                </a:lnTo>
                <a:close/>
              </a:path>
            </a:pathLst>
          </a:custGeom>
          <a:solidFill>
            <a:srgbClr val="CDE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Poppins" pitchFamily="2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1C475240-90BE-19E9-020C-E6685AF65CC6}"/>
              </a:ext>
            </a:extLst>
          </p:cNvPr>
          <p:cNvSpPr txBox="1"/>
          <p:nvPr/>
        </p:nvSpPr>
        <p:spPr>
          <a:xfrm>
            <a:off x="5025066" y="5735380"/>
            <a:ext cx="30516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Digital Agribusiness Management – Business tools to help farmers and entrepreneurs scale their ventures effectively</a:t>
            </a:r>
            <a:endParaRPr lang="en-US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xmlns="" id="{6536B46A-AF8F-FFB6-21D4-C615F38B3A95}"/>
              </a:ext>
            </a:extLst>
          </p:cNvPr>
          <p:cNvSpPr/>
          <p:nvPr/>
        </p:nvSpPr>
        <p:spPr>
          <a:xfrm>
            <a:off x="4531420" y="5749387"/>
            <a:ext cx="335530" cy="683886"/>
          </a:xfrm>
          <a:custGeom>
            <a:avLst/>
            <a:gdLst>
              <a:gd name="connsiteX0" fmla="*/ 0 w 554557"/>
              <a:gd name="connsiteY0" fmla="*/ 0 h 1130311"/>
              <a:gd name="connsiteX1" fmla="*/ 102350 w 554557"/>
              <a:gd name="connsiteY1" fmla="*/ 10317 h 1130311"/>
              <a:gd name="connsiteX2" fmla="*/ 554557 w 554557"/>
              <a:gd name="connsiteY2" fmla="*/ 565155 h 1130311"/>
              <a:gd name="connsiteX3" fmla="*/ 102350 w 554557"/>
              <a:gd name="connsiteY3" fmla="*/ 1119993 h 1130311"/>
              <a:gd name="connsiteX4" fmla="*/ 0 w 554557"/>
              <a:gd name="connsiteY4" fmla="*/ 1130311 h 113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557" h="1130311">
                <a:moveTo>
                  <a:pt x="0" y="0"/>
                </a:moveTo>
                <a:lnTo>
                  <a:pt x="102350" y="10317"/>
                </a:lnTo>
                <a:cubicBezTo>
                  <a:pt x="360424" y="63127"/>
                  <a:pt x="554557" y="291470"/>
                  <a:pt x="554557" y="565155"/>
                </a:cubicBezTo>
                <a:cubicBezTo>
                  <a:pt x="554557" y="838840"/>
                  <a:pt x="360424" y="1067184"/>
                  <a:pt x="102350" y="1119993"/>
                </a:cubicBezTo>
                <a:lnTo>
                  <a:pt x="0" y="1130311"/>
                </a:lnTo>
                <a:close/>
              </a:path>
            </a:pathLst>
          </a:custGeom>
          <a:solidFill>
            <a:srgbClr val="CDE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Poppins" pitchFamily="2" charset="77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xmlns="" id="{374CDACD-BBD6-C982-85B3-B44162A06802}"/>
              </a:ext>
            </a:extLst>
          </p:cNvPr>
          <p:cNvSpPr/>
          <p:nvPr/>
        </p:nvSpPr>
        <p:spPr>
          <a:xfrm>
            <a:off x="8358879" y="1349824"/>
            <a:ext cx="335530" cy="683886"/>
          </a:xfrm>
          <a:custGeom>
            <a:avLst/>
            <a:gdLst>
              <a:gd name="connsiteX0" fmla="*/ 0 w 554557"/>
              <a:gd name="connsiteY0" fmla="*/ 0 h 1130311"/>
              <a:gd name="connsiteX1" fmla="*/ 102350 w 554557"/>
              <a:gd name="connsiteY1" fmla="*/ 10317 h 1130311"/>
              <a:gd name="connsiteX2" fmla="*/ 554557 w 554557"/>
              <a:gd name="connsiteY2" fmla="*/ 565155 h 1130311"/>
              <a:gd name="connsiteX3" fmla="*/ 102350 w 554557"/>
              <a:gd name="connsiteY3" fmla="*/ 1119993 h 1130311"/>
              <a:gd name="connsiteX4" fmla="*/ 0 w 554557"/>
              <a:gd name="connsiteY4" fmla="*/ 1130311 h 113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557" h="1130311">
                <a:moveTo>
                  <a:pt x="0" y="0"/>
                </a:moveTo>
                <a:lnTo>
                  <a:pt x="102350" y="10317"/>
                </a:lnTo>
                <a:cubicBezTo>
                  <a:pt x="360424" y="63127"/>
                  <a:pt x="554557" y="291470"/>
                  <a:pt x="554557" y="565155"/>
                </a:cubicBezTo>
                <a:cubicBezTo>
                  <a:pt x="554557" y="838840"/>
                  <a:pt x="360424" y="1067184"/>
                  <a:pt x="102350" y="1119993"/>
                </a:cubicBezTo>
                <a:lnTo>
                  <a:pt x="0" y="1130311"/>
                </a:lnTo>
                <a:close/>
              </a:path>
            </a:pathLst>
          </a:custGeom>
          <a:solidFill>
            <a:srgbClr val="CDE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Poppins" pitchFamily="2" charset="77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xmlns="" id="{C1BF3B77-CCCF-1105-C38B-E2B8DEBB842F}"/>
              </a:ext>
            </a:extLst>
          </p:cNvPr>
          <p:cNvSpPr/>
          <p:nvPr/>
        </p:nvSpPr>
        <p:spPr>
          <a:xfrm>
            <a:off x="8358879" y="2457084"/>
            <a:ext cx="335530" cy="683886"/>
          </a:xfrm>
          <a:custGeom>
            <a:avLst/>
            <a:gdLst>
              <a:gd name="connsiteX0" fmla="*/ 0 w 554557"/>
              <a:gd name="connsiteY0" fmla="*/ 0 h 1130311"/>
              <a:gd name="connsiteX1" fmla="*/ 102350 w 554557"/>
              <a:gd name="connsiteY1" fmla="*/ 10317 h 1130311"/>
              <a:gd name="connsiteX2" fmla="*/ 554557 w 554557"/>
              <a:gd name="connsiteY2" fmla="*/ 565155 h 1130311"/>
              <a:gd name="connsiteX3" fmla="*/ 102350 w 554557"/>
              <a:gd name="connsiteY3" fmla="*/ 1119993 h 1130311"/>
              <a:gd name="connsiteX4" fmla="*/ 0 w 554557"/>
              <a:gd name="connsiteY4" fmla="*/ 1130311 h 113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557" h="1130311">
                <a:moveTo>
                  <a:pt x="0" y="0"/>
                </a:moveTo>
                <a:lnTo>
                  <a:pt x="102350" y="10317"/>
                </a:lnTo>
                <a:cubicBezTo>
                  <a:pt x="360424" y="63127"/>
                  <a:pt x="554557" y="291470"/>
                  <a:pt x="554557" y="565155"/>
                </a:cubicBezTo>
                <a:cubicBezTo>
                  <a:pt x="554557" y="838840"/>
                  <a:pt x="360424" y="1067184"/>
                  <a:pt x="102350" y="1119993"/>
                </a:cubicBezTo>
                <a:lnTo>
                  <a:pt x="0" y="1130311"/>
                </a:lnTo>
                <a:close/>
              </a:path>
            </a:pathLst>
          </a:custGeom>
          <a:solidFill>
            <a:srgbClr val="CDE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Poppins" pitchFamily="2" charset="77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xmlns="" id="{41FC39A6-5497-9EAF-5A09-8E4FFEE5EAA7}"/>
              </a:ext>
            </a:extLst>
          </p:cNvPr>
          <p:cNvSpPr/>
          <p:nvPr/>
        </p:nvSpPr>
        <p:spPr>
          <a:xfrm>
            <a:off x="8358879" y="3586751"/>
            <a:ext cx="335530" cy="683886"/>
          </a:xfrm>
          <a:custGeom>
            <a:avLst/>
            <a:gdLst>
              <a:gd name="connsiteX0" fmla="*/ 0 w 554557"/>
              <a:gd name="connsiteY0" fmla="*/ 0 h 1130311"/>
              <a:gd name="connsiteX1" fmla="*/ 102350 w 554557"/>
              <a:gd name="connsiteY1" fmla="*/ 10317 h 1130311"/>
              <a:gd name="connsiteX2" fmla="*/ 554557 w 554557"/>
              <a:gd name="connsiteY2" fmla="*/ 565155 h 1130311"/>
              <a:gd name="connsiteX3" fmla="*/ 102350 w 554557"/>
              <a:gd name="connsiteY3" fmla="*/ 1119993 h 1130311"/>
              <a:gd name="connsiteX4" fmla="*/ 0 w 554557"/>
              <a:gd name="connsiteY4" fmla="*/ 1130311 h 113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557" h="1130311">
                <a:moveTo>
                  <a:pt x="0" y="0"/>
                </a:moveTo>
                <a:lnTo>
                  <a:pt x="102350" y="10317"/>
                </a:lnTo>
                <a:cubicBezTo>
                  <a:pt x="360424" y="63127"/>
                  <a:pt x="554557" y="291470"/>
                  <a:pt x="554557" y="565155"/>
                </a:cubicBezTo>
                <a:cubicBezTo>
                  <a:pt x="554557" y="838840"/>
                  <a:pt x="360424" y="1067184"/>
                  <a:pt x="102350" y="1119993"/>
                </a:cubicBezTo>
                <a:lnTo>
                  <a:pt x="0" y="1130311"/>
                </a:lnTo>
                <a:close/>
              </a:path>
            </a:pathLst>
          </a:custGeom>
          <a:solidFill>
            <a:srgbClr val="CDE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Poppins" pitchFamily="2" charset="77"/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xmlns="" id="{041923A5-90FE-25E2-A3D8-69873E89A72B}"/>
              </a:ext>
            </a:extLst>
          </p:cNvPr>
          <p:cNvSpPr/>
          <p:nvPr/>
        </p:nvSpPr>
        <p:spPr>
          <a:xfrm>
            <a:off x="8358879" y="4635127"/>
            <a:ext cx="335530" cy="683886"/>
          </a:xfrm>
          <a:custGeom>
            <a:avLst/>
            <a:gdLst>
              <a:gd name="connsiteX0" fmla="*/ 0 w 554557"/>
              <a:gd name="connsiteY0" fmla="*/ 0 h 1130311"/>
              <a:gd name="connsiteX1" fmla="*/ 102350 w 554557"/>
              <a:gd name="connsiteY1" fmla="*/ 10317 h 1130311"/>
              <a:gd name="connsiteX2" fmla="*/ 554557 w 554557"/>
              <a:gd name="connsiteY2" fmla="*/ 565155 h 1130311"/>
              <a:gd name="connsiteX3" fmla="*/ 102350 w 554557"/>
              <a:gd name="connsiteY3" fmla="*/ 1119993 h 1130311"/>
              <a:gd name="connsiteX4" fmla="*/ 0 w 554557"/>
              <a:gd name="connsiteY4" fmla="*/ 1130311 h 113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557" h="1130311">
                <a:moveTo>
                  <a:pt x="0" y="0"/>
                </a:moveTo>
                <a:lnTo>
                  <a:pt x="102350" y="10317"/>
                </a:lnTo>
                <a:cubicBezTo>
                  <a:pt x="360424" y="63127"/>
                  <a:pt x="554557" y="291470"/>
                  <a:pt x="554557" y="565155"/>
                </a:cubicBezTo>
                <a:cubicBezTo>
                  <a:pt x="554557" y="838840"/>
                  <a:pt x="360424" y="1067184"/>
                  <a:pt x="102350" y="1119993"/>
                </a:cubicBezTo>
                <a:lnTo>
                  <a:pt x="0" y="1130311"/>
                </a:lnTo>
                <a:close/>
              </a:path>
            </a:pathLst>
          </a:custGeom>
          <a:solidFill>
            <a:srgbClr val="CDE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Poppins" pitchFamily="2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A355C283-9211-04DC-54A7-6A0FE7DD5374}"/>
              </a:ext>
            </a:extLst>
          </p:cNvPr>
          <p:cNvSpPr txBox="1"/>
          <p:nvPr/>
        </p:nvSpPr>
        <p:spPr>
          <a:xfrm>
            <a:off x="227077" y="9201"/>
            <a:ext cx="5000264" cy="24405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3600" b="1">
                <a:solidFill>
                  <a:srgbClr val="187E35"/>
                </a:solidFill>
                <a:latin typeface="Poppins SemiBold" pitchFamily="2" charset="77"/>
                <a:ea typeface="+mj-ea"/>
                <a:cs typeface="Poppins SemiBold" pitchFamily="2" charset="77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Competitive Advantage: How AGRO-TIME Stands Out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119" name="Graphic 117">
            <a:extLst>
              <a:ext uri="{FF2B5EF4-FFF2-40B4-BE49-F238E27FC236}">
                <a16:creationId xmlns:a16="http://schemas.microsoft.com/office/drawing/2014/main" xmlns="" id="{E11CC51D-C364-6282-7BAB-D3CDD5E46237}"/>
              </a:ext>
            </a:extLst>
          </p:cNvPr>
          <p:cNvGrpSpPr/>
          <p:nvPr/>
        </p:nvGrpSpPr>
        <p:grpSpPr>
          <a:xfrm>
            <a:off x="4604908" y="4008221"/>
            <a:ext cx="342" cy="52"/>
            <a:chOff x="2438526" y="5487396"/>
            <a:chExt cx="5778" cy="881"/>
          </a:xfrm>
          <a:solidFill>
            <a:srgbClr val="000000"/>
          </a:solidFill>
        </p:grpSpPr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xmlns="" id="{6EB0BFC0-2B70-2EE0-BFD9-C0731424DD50}"/>
                </a:ext>
              </a:extLst>
            </p:cNvPr>
            <p:cNvSpPr/>
            <p:nvPr/>
          </p:nvSpPr>
          <p:spPr>
            <a:xfrm>
              <a:off x="2438526" y="5487396"/>
              <a:ext cx="306" cy="306"/>
            </a:xfrm>
            <a:custGeom>
              <a:avLst/>
              <a:gdLst>
                <a:gd name="connsiteX0" fmla="*/ 376 w 306"/>
                <a:gd name="connsiteY0" fmla="*/ 866 h 306"/>
                <a:gd name="connsiteX1" fmla="*/ 223 w 306"/>
                <a:gd name="connsiteY1" fmla="*/ 866 h 306"/>
                <a:gd name="connsiteX2" fmla="*/ 70 w 306"/>
                <a:gd name="connsiteY2" fmla="*/ 866 h 306"/>
                <a:gd name="connsiteX3" fmla="*/ 70 w 306"/>
                <a:gd name="connsiteY3" fmla="*/ 713 h 306"/>
                <a:gd name="connsiteX4" fmla="*/ 223 w 306"/>
                <a:gd name="connsiteY4" fmla="*/ 560 h 306"/>
                <a:gd name="connsiteX5" fmla="*/ 376 w 306"/>
                <a:gd name="connsiteY5" fmla="*/ 560 h 306"/>
                <a:gd name="connsiteX6" fmla="*/ 376 w 306"/>
                <a:gd name="connsiteY6" fmla="*/ 713 h 306"/>
                <a:gd name="connsiteX7" fmla="*/ 223 w 306"/>
                <a:gd name="connsiteY7" fmla="*/ 560 h 306"/>
                <a:gd name="connsiteX8" fmla="*/ 223 w 306"/>
                <a:gd name="connsiteY8" fmla="*/ 713 h 306"/>
                <a:gd name="connsiteX9" fmla="*/ 223 w 306"/>
                <a:gd name="connsiteY9" fmla="*/ 866 h 306"/>
                <a:gd name="connsiteX10" fmla="*/ 376 w 306"/>
                <a:gd name="connsiteY10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" h="306">
                  <a:moveTo>
                    <a:pt x="376" y="866"/>
                  </a:moveTo>
                  <a:lnTo>
                    <a:pt x="223" y="866"/>
                  </a:lnTo>
                  <a:lnTo>
                    <a:pt x="70" y="866"/>
                  </a:lnTo>
                  <a:lnTo>
                    <a:pt x="70" y="713"/>
                  </a:lnTo>
                  <a:lnTo>
                    <a:pt x="223" y="560"/>
                  </a:lnTo>
                  <a:lnTo>
                    <a:pt x="376" y="560"/>
                  </a:lnTo>
                  <a:lnTo>
                    <a:pt x="376" y="713"/>
                  </a:lnTo>
                  <a:cubicBezTo>
                    <a:pt x="376" y="637"/>
                    <a:pt x="300" y="560"/>
                    <a:pt x="223" y="560"/>
                  </a:cubicBezTo>
                  <a:lnTo>
                    <a:pt x="223" y="713"/>
                  </a:lnTo>
                  <a:lnTo>
                    <a:pt x="223" y="866"/>
                  </a:lnTo>
                  <a:cubicBezTo>
                    <a:pt x="300" y="866"/>
                    <a:pt x="376" y="828"/>
                    <a:pt x="376" y="713"/>
                  </a:cubicBez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xmlns="" id="{FC3F9089-BC35-AAD9-7B45-DF6F1C13C6A9}"/>
                </a:ext>
              </a:extLst>
            </p:cNvPr>
            <p:cNvSpPr/>
            <p:nvPr/>
          </p:nvSpPr>
          <p:spPr>
            <a:xfrm>
              <a:off x="2438831" y="5487396"/>
              <a:ext cx="153" cy="306"/>
            </a:xfrm>
            <a:custGeom>
              <a:avLst/>
              <a:gdLst>
                <a:gd name="connsiteX0" fmla="*/ 223 w 153"/>
                <a:gd name="connsiteY0" fmla="*/ 713 h 306"/>
                <a:gd name="connsiteX1" fmla="*/ 223 w 153"/>
                <a:gd name="connsiteY1" fmla="*/ 866 h 306"/>
                <a:gd name="connsiteX2" fmla="*/ 70 w 153"/>
                <a:gd name="connsiteY2" fmla="*/ 866 h 306"/>
                <a:gd name="connsiteX3" fmla="*/ 70 w 153"/>
                <a:gd name="connsiteY3" fmla="*/ 560 h 306"/>
                <a:gd name="connsiteX4" fmla="*/ 223 w 153"/>
                <a:gd name="connsiteY4" fmla="*/ 560 h 306"/>
                <a:gd name="connsiteX5" fmla="*/ 223 w 153"/>
                <a:gd name="connsiteY5" fmla="*/ 713 h 306"/>
                <a:gd name="connsiteX6" fmla="*/ 223 w 153"/>
                <a:gd name="connsiteY6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" h="306">
                  <a:moveTo>
                    <a:pt x="223" y="713"/>
                  </a:moveTo>
                  <a:lnTo>
                    <a:pt x="223" y="866"/>
                  </a:lnTo>
                  <a:lnTo>
                    <a:pt x="70" y="866"/>
                  </a:lnTo>
                  <a:lnTo>
                    <a:pt x="70" y="560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223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xmlns="" id="{4C2050D5-8E89-E518-A199-121DF94FBCE9}"/>
                </a:ext>
              </a:extLst>
            </p:cNvPr>
            <p:cNvSpPr/>
            <p:nvPr/>
          </p:nvSpPr>
          <p:spPr>
            <a:xfrm>
              <a:off x="2439061" y="5487396"/>
              <a:ext cx="306" cy="306"/>
            </a:xfrm>
            <a:custGeom>
              <a:avLst/>
              <a:gdLst>
                <a:gd name="connsiteX0" fmla="*/ 376 w 306"/>
                <a:gd name="connsiteY0" fmla="*/ 713 h 306"/>
                <a:gd name="connsiteX1" fmla="*/ 223 w 306"/>
                <a:gd name="connsiteY1" fmla="*/ 713 h 306"/>
                <a:gd name="connsiteX2" fmla="*/ 223 w 306"/>
                <a:gd name="connsiteY2" fmla="*/ 866 h 306"/>
                <a:gd name="connsiteX3" fmla="*/ 376 w 306"/>
                <a:gd name="connsiteY3" fmla="*/ 866 h 306"/>
                <a:gd name="connsiteX4" fmla="*/ 223 w 306"/>
                <a:gd name="connsiteY4" fmla="*/ 866 h 306"/>
                <a:gd name="connsiteX5" fmla="*/ 70 w 306"/>
                <a:gd name="connsiteY5" fmla="*/ 866 h 306"/>
                <a:gd name="connsiteX6" fmla="*/ 70 w 306"/>
                <a:gd name="connsiteY6" fmla="*/ 713 h 306"/>
                <a:gd name="connsiteX7" fmla="*/ 223 w 306"/>
                <a:gd name="connsiteY7" fmla="*/ 560 h 306"/>
                <a:gd name="connsiteX8" fmla="*/ 223 w 306"/>
                <a:gd name="connsiteY8" fmla="*/ 713 h 306"/>
                <a:gd name="connsiteX9" fmla="*/ 376 w 306"/>
                <a:gd name="connsiteY9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" h="306">
                  <a:moveTo>
                    <a:pt x="376" y="713"/>
                  </a:moveTo>
                  <a:lnTo>
                    <a:pt x="223" y="713"/>
                  </a:lnTo>
                  <a:lnTo>
                    <a:pt x="223" y="866"/>
                  </a:lnTo>
                  <a:lnTo>
                    <a:pt x="376" y="866"/>
                  </a:lnTo>
                  <a:lnTo>
                    <a:pt x="223" y="866"/>
                  </a:lnTo>
                  <a:lnTo>
                    <a:pt x="70" y="866"/>
                  </a:lnTo>
                  <a:lnTo>
                    <a:pt x="70" y="713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376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xmlns="" id="{95838D01-6E27-1624-4BF9-FFF9AE7FEBB6}"/>
                </a:ext>
              </a:extLst>
            </p:cNvPr>
            <p:cNvSpPr/>
            <p:nvPr/>
          </p:nvSpPr>
          <p:spPr>
            <a:xfrm>
              <a:off x="2439329" y="5487396"/>
              <a:ext cx="306" cy="306"/>
            </a:xfrm>
            <a:custGeom>
              <a:avLst/>
              <a:gdLst>
                <a:gd name="connsiteX0" fmla="*/ 223 w 306"/>
                <a:gd name="connsiteY0" fmla="*/ 713 h 306"/>
                <a:gd name="connsiteX1" fmla="*/ 223 w 306"/>
                <a:gd name="connsiteY1" fmla="*/ 866 h 306"/>
                <a:gd name="connsiteX2" fmla="*/ 223 w 306"/>
                <a:gd name="connsiteY2" fmla="*/ 713 h 306"/>
                <a:gd name="connsiteX3" fmla="*/ 376 w 306"/>
                <a:gd name="connsiteY3" fmla="*/ 713 h 306"/>
                <a:gd name="connsiteX4" fmla="*/ 376 w 306"/>
                <a:gd name="connsiteY4" fmla="*/ 866 h 306"/>
                <a:gd name="connsiteX5" fmla="*/ 223 w 306"/>
                <a:gd name="connsiteY5" fmla="*/ 866 h 306"/>
                <a:gd name="connsiteX6" fmla="*/ 70 w 306"/>
                <a:gd name="connsiteY6" fmla="*/ 866 h 306"/>
                <a:gd name="connsiteX7" fmla="*/ 70 w 306"/>
                <a:gd name="connsiteY7" fmla="*/ 713 h 306"/>
                <a:gd name="connsiteX8" fmla="*/ 223 w 306"/>
                <a:gd name="connsiteY8" fmla="*/ 713 h 306"/>
                <a:gd name="connsiteX9" fmla="*/ 70 w 306"/>
                <a:gd name="connsiteY9" fmla="*/ 713 h 306"/>
                <a:gd name="connsiteX10" fmla="*/ 70 w 306"/>
                <a:gd name="connsiteY10" fmla="*/ 560 h 306"/>
                <a:gd name="connsiteX11" fmla="*/ 223 w 306"/>
                <a:gd name="connsiteY11" fmla="*/ 560 h 306"/>
                <a:gd name="connsiteX12" fmla="*/ 223 w 306"/>
                <a:gd name="connsiteY12" fmla="*/ 713 h 306"/>
                <a:gd name="connsiteX13" fmla="*/ 376 w 306"/>
                <a:gd name="connsiteY13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6" h="306">
                  <a:moveTo>
                    <a:pt x="223" y="713"/>
                  </a:moveTo>
                  <a:lnTo>
                    <a:pt x="223" y="866"/>
                  </a:lnTo>
                  <a:lnTo>
                    <a:pt x="223" y="713"/>
                  </a:lnTo>
                  <a:close/>
                  <a:moveTo>
                    <a:pt x="376" y="713"/>
                  </a:moveTo>
                  <a:lnTo>
                    <a:pt x="376" y="866"/>
                  </a:lnTo>
                  <a:lnTo>
                    <a:pt x="223" y="866"/>
                  </a:lnTo>
                  <a:lnTo>
                    <a:pt x="70" y="866"/>
                  </a:lnTo>
                  <a:lnTo>
                    <a:pt x="70" y="713"/>
                  </a:lnTo>
                  <a:lnTo>
                    <a:pt x="223" y="713"/>
                  </a:lnTo>
                  <a:lnTo>
                    <a:pt x="70" y="713"/>
                  </a:lnTo>
                  <a:lnTo>
                    <a:pt x="70" y="560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376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xmlns="" id="{09EAD423-A660-D845-AC68-24D8E726F8F4}"/>
                </a:ext>
              </a:extLst>
            </p:cNvPr>
            <p:cNvSpPr/>
            <p:nvPr/>
          </p:nvSpPr>
          <p:spPr>
            <a:xfrm>
              <a:off x="2439636" y="5487396"/>
              <a:ext cx="153" cy="306"/>
            </a:xfrm>
            <a:custGeom>
              <a:avLst/>
              <a:gdLst>
                <a:gd name="connsiteX0" fmla="*/ 223 w 153"/>
                <a:gd name="connsiteY0" fmla="*/ 560 h 306"/>
                <a:gd name="connsiteX1" fmla="*/ 223 w 153"/>
                <a:gd name="connsiteY1" fmla="*/ 713 h 306"/>
                <a:gd name="connsiteX2" fmla="*/ 223 w 153"/>
                <a:gd name="connsiteY2" fmla="*/ 866 h 306"/>
                <a:gd name="connsiteX3" fmla="*/ 70 w 153"/>
                <a:gd name="connsiteY3" fmla="*/ 866 h 306"/>
                <a:gd name="connsiteX4" fmla="*/ 70 w 153"/>
                <a:gd name="connsiteY4" fmla="*/ 713 h 306"/>
                <a:gd name="connsiteX5" fmla="*/ 70 w 153"/>
                <a:gd name="connsiteY5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" h="306">
                  <a:moveTo>
                    <a:pt x="223" y="560"/>
                  </a:moveTo>
                  <a:lnTo>
                    <a:pt x="223" y="713"/>
                  </a:lnTo>
                  <a:lnTo>
                    <a:pt x="223" y="866"/>
                  </a:lnTo>
                  <a:lnTo>
                    <a:pt x="70" y="866"/>
                  </a:lnTo>
                  <a:lnTo>
                    <a:pt x="70" y="713"/>
                  </a:lnTo>
                  <a:lnTo>
                    <a:pt x="70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xmlns="" id="{956346A3-1795-9D50-99FF-7D410FA6CD64}"/>
                </a:ext>
              </a:extLst>
            </p:cNvPr>
            <p:cNvSpPr/>
            <p:nvPr/>
          </p:nvSpPr>
          <p:spPr>
            <a:xfrm>
              <a:off x="2439827" y="5487396"/>
              <a:ext cx="306" cy="306"/>
            </a:xfrm>
            <a:custGeom>
              <a:avLst/>
              <a:gdLst>
                <a:gd name="connsiteX0" fmla="*/ 376 w 306"/>
                <a:gd name="connsiteY0" fmla="*/ 713 h 306"/>
                <a:gd name="connsiteX1" fmla="*/ 223 w 306"/>
                <a:gd name="connsiteY1" fmla="*/ 713 h 306"/>
                <a:gd name="connsiteX2" fmla="*/ 223 w 306"/>
                <a:gd name="connsiteY2" fmla="*/ 866 h 306"/>
                <a:gd name="connsiteX3" fmla="*/ 376 w 306"/>
                <a:gd name="connsiteY3" fmla="*/ 866 h 306"/>
                <a:gd name="connsiteX4" fmla="*/ 223 w 306"/>
                <a:gd name="connsiteY4" fmla="*/ 866 h 306"/>
                <a:gd name="connsiteX5" fmla="*/ 70 w 306"/>
                <a:gd name="connsiteY5" fmla="*/ 866 h 306"/>
                <a:gd name="connsiteX6" fmla="*/ 70 w 306"/>
                <a:gd name="connsiteY6" fmla="*/ 713 h 306"/>
                <a:gd name="connsiteX7" fmla="*/ 223 w 306"/>
                <a:gd name="connsiteY7" fmla="*/ 560 h 306"/>
                <a:gd name="connsiteX8" fmla="*/ 223 w 306"/>
                <a:gd name="connsiteY8" fmla="*/ 713 h 306"/>
                <a:gd name="connsiteX9" fmla="*/ 376 w 306"/>
                <a:gd name="connsiteY9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" h="306">
                  <a:moveTo>
                    <a:pt x="376" y="713"/>
                  </a:moveTo>
                  <a:lnTo>
                    <a:pt x="223" y="713"/>
                  </a:lnTo>
                  <a:lnTo>
                    <a:pt x="223" y="866"/>
                  </a:lnTo>
                  <a:lnTo>
                    <a:pt x="376" y="866"/>
                  </a:lnTo>
                  <a:lnTo>
                    <a:pt x="223" y="866"/>
                  </a:lnTo>
                  <a:lnTo>
                    <a:pt x="70" y="866"/>
                  </a:lnTo>
                  <a:lnTo>
                    <a:pt x="70" y="713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376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xmlns="" id="{08DBDFE9-1D2F-40CB-5D23-BC3FCADAE8F3}"/>
                </a:ext>
              </a:extLst>
            </p:cNvPr>
            <p:cNvSpPr/>
            <p:nvPr/>
          </p:nvSpPr>
          <p:spPr>
            <a:xfrm>
              <a:off x="2440133" y="5487396"/>
              <a:ext cx="306" cy="306"/>
            </a:xfrm>
            <a:custGeom>
              <a:avLst/>
              <a:gdLst>
                <a:gd name="connsiteX0" fmla="*/ 223 w 306"/>
                <a:gd name="connsiteY0" fmla="*/ 713 h 306"/>
                <a:gd name="connsiteX1" fmla="*/ 223 w 306"/>
                <a:gd name="connsiteY1" fmla="*/ 560 h 306"/>
                <a:gd name="connsiteX2" fmla="*/ 376 w 306"/>
                <a:gd name="connsiteY2" fmla="*/ 560 h 306"/>
                <a:gd name="connsiteX3" fmla="*/ 376 w 306"/>
                <a:gd name="connsiteY3" fmla="*/ 866 h 306"/>
                <a:gd name="connsiteX4" fmla="*/ 223 w 306"/>
                <a:gd name="connsiteY4" fmla="*/ 866 h 306"/>
                <a:gd name="connsiteX5" fmla="*/ 70 w 306"/>
                <a:gd name="connsiteY5" fmla="*/ 866 h 306"/>
                <a:gd name="connsiteX6" fmla="*/ 70 w 306"/>
                <a:gd name="connsiteY6" fmla="*/ 713 h 306"/>
                <a:gd name="connsiteX7" fmla="*/ 223 w 306"/>
                <a:gd name="connsiteY7" fmla="*/ 560 h 306"/>
                <a:gd name="connsiteX8" fmla="*/ 223 w 306"/>
                <a:gd name="connsiteY8" fmla="*/ 713 h 306"/>
                <a:gd name="connsiteX9" fmla="*/ 223 w 306"/>
                <a:gd name="connsiteY9" fmla="*/ 866 h 306"/>
                <a:gd name="connsiteX10" fmla="*/ 223 w 306"/>
                <a:gd name="connsiteY10" fmla="*/ 713 h 306"/>
                <a:gd name="connsiteX11" fmla="*/ 223 w 306"/>
                <a:gd name="connsiteY11" fmla="*/ 866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6" h="306">
                  <a:moveTo>
                    <a:pt x="223" y="713"/>
                  </a:moveTo>
                  <a:lnTo>
                    <a:pt x="223" y="560"/>
                  </a:lnTo>
                  <a:lnTo>
                    <a:pt x="376" y="560"/>
                  </a:lnTo>
                  <a:lnTo>
                    <a:pt x="376" y="866"/>
                  </a:lnTo>
                  <a:lnTo>
                    <a:pt x="223" y="866"/>
                  </a:lnTo>
                  <a:lnTo>
                    <a:pt x="70" y="866"/>
                  </a:lnTo>
                  <a:lnTo>
                    <a:pt x="70" y="713"/>
                  </a:lnTo>
                  <a:cubicBezTo>
                    <a:pt x="70" y="637"/>
                    <a:pt x="108" y="560"/>
                    <a:pt x="223" y="560"/>
                  </a:cubicBezTo>
                  <a:lnTo>
                    <a:pt x="223" y="713"/>
                  </a:lnTo>
                  <a:close/>
                  <a:moveTo>
                    <a:pt x="223" y="866"/>
                  </a:moveTo>
                  <a:lnTo>
                    <a:pt x="223" y="713"/>
                  </a:lnTo>
                  <a:lnTo>
                    <a:pt x="223" y="866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xmlns="" id="{042CE6BF-9E4B-A85D-3665-5EDE013A5762}"/>
                </a:ext>
              </a:extLst>
            </p:cNvPr>
            <p:cNvSpPr/>
            <p:nvPr/>
          </p:nvSpPr>
          <p:spPr>
            <a:xfrm>
              <a:off x="2440592" y="5487396"/>
              <a:ext cx="306" cy="306"/>
            </a:xfrm>
            <a:custGeom>
              <a:avLst/>
              <a:gdLst>
                <a:gd name="connsiteX0" fmla="*/ 223 w 306"/>
                <a:gd name="connsiteY0" fmla="*/ 866 h 306"/>
                <a:gd name="connsiteX1" fmla="*/ 223 w 306"/>
                <a:gd name="connsiteY1" fmla="*/ 713 h 306"/>
                <a:gd name="connsiteX2" fmla="*/ 223 w 306"/>
                <a:gd name="connsiteY2" fmla="*/ 866 h 306"/>
                <a:gd name="connsiteX3" fmla="*/ 223 w 306"/>
                <a:gd name="connsiteY3" fmla="*/ 713 h 306"/>
                <a:gd name="connsiteX4" fmla="*/ 223 w 306"/>
                <a:gd name="connsiteY4" fmla="*/ 560 h 306"/>
                <a:gd name="connsiteX5" fmla="*/ 376 w 306"/>
                <a:gd name="connsiteY5" fmla="*/ 713 h 306"/>
                <a:gd name="connsiteX6" fmla="*/ 376 w 306"/>
                <a:gd name="connsiteY6" fmla="*/ 866 h 306"/>
                <a:gd name="connsiteX7" fmla="*/ 223 w 306"/>
                <a:gd name="connsiteY7" fmla="*/ 866 h 306"/>
                <a:gd name="connsiteX8" fmla="*/ 70 w 306"/>
                <a:gd name="connsiteY8" fmla="*/ 866 h 306"/>
                <a:gd name="connsiteX9" fmla="*/ 70 w 306"/>
                <a:gd name="connsiteY9" fmla="*/ 560 h 306"/>
                <a:gd name="connsiteX10" fmla="*/ 223 w 306"/>
                <a:gd name="connsiteY10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" h="306">
                  <a:moveTo>
                    <a:pt x="223" y="866"/>
                  </a:moveTo>
                  <a:lnTo>
                    <a:pt x="223" y="713"/>
                  </a:lnTo>
                  <a:lnTo>
                    <a:pt x="223" y="866"/>
                  </a:lnTo>
                  <a:close/>
                  <a:moveTo>
                    <a:pt x="223" y="713"/>
                  </a:moveTo>
                  <a:lnTo>
                    <a:pt x="223" y="560"/>
                  </a:lnTo>
                  <a:cubicBezTo>
                    <a:pt x="300" y="560"/>
                    <a:pt x="376" y="637"/>
                    <a:pt x="376" y="713"/>
                  </a:cubicBezTo>
                  <a:lnTo>
                    <a:pt x="376" y="866"/>
                  </a:lnTo>
                  <a:lnTo>
                    <a:pt x="223" y="866"/>
                  </a:lnTo>
                  <a:lnTo>
                    <a:pt x="70" y="866"/>
                  </a:lnTo>
                  <a:lnTo>
                    <a:pt x="70" y="560"/>
                  </a:lnTo>
                  <a:lnTo>
                    <a:pt x="223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xmlns="" id="{4DC07A9F-A5D6-DC2E-BCDD-9E59A031F5B3}"/>
                </a:ext>
              </a:extLst>
            </p:cNvPr>
            <p:cNvSpPr/>
            <p:nvPr/>
          </p:nvSpPr>
          <p:spPr>
            <a:xfrm>
              <a:off x="2440898" y="5487396"/>
              <a:ext cx="306" cy="459"/>
            </a:xfrm>
            <a:custGeom>
              <a:avLst/>
              <a:gdLst>
                <a:gd name="connsiteX0" fmla="*/ 70 w 306"/>
                <a:gd name="connsiteY0" fmla="*/ 560 h 459"/>
                <a:gd name="connsiteX1" fmla="*/ 223 w 306"/>
                <a:gd name="connsiteY1" fmla="*/ 560 h 459"/>
                <a:gd name="connsiteX2" fmla="*/ 223 w 306"/>
                <a:gd name="connsiteY2" fmla="*/ 866 h 459"/>
                <a:gd name="connsiteX3" fmla="*/ 223 w 306"/>
                <a:gd name="connsiteY3" fmla="*/ 560 h 459"/>
                <a:gd name="connsiteX4" fmla="*/ 376 w 306"/>
                <a:gd name="connsiteY4" fmla="*/ 560 h 459"/>
                <a:gd name="connsiteX5" fmla="*/ 223 w 306"/>
                <a:gd name="connsiteY5" fmla="*/ 866 h 459"/>
                <a:gd name="connsiteX6" fmla="*/ 223 w 306"/>
                <a:gd name="connsiteY6" fmla="*/ 1019 h 459"/>
                <a:gd name="connsiteX7" fmla="*/ 70 w 306"/>
                <a:gd name="connsiteY7" fmla="*/ 1019 h 459"/>
                <a:gd name="connsiteX8" fmla="*/ 70 w 306"/>
                <a:gd name="connsiteY8" fmla="*/ 866 h 459"/>
                <a:gd name="connsiteX9" fmla="*/ 223 w 306"/>
                <a:gd name="connsiteY9" fmla="*/ 866 h 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" h="459">
                  <a:moveTo>
                    <a:pt x="70" y="560"/>
                  </a:moveTo>
                  <a:lnTo>
                    <a:pt x="223" y="560"/>
                  </a:lnTo>
                  <a:lnTo>
                    <a:pt x="223" y="866"/>
                  </a:lnTo>
                  <a:lnTo>
                    <a:pt x="223" y="560"/>
                  </a:lnTo>
                  <a:lnTo>
                    <a:pt x="376" y="560"/>
                  </a:lnTo>
                  <a:lnTo>
                    <a:pt x="223" y="866"/>
                  </a:lnTo>
                  <a:lnTo>
                    <a:pt x="223" y="1019"/>
                  </a:lnTo>
                  <a:lnTo>
                    <a:pt x="70" y="1019"/>
                  </a:lnTo>
                  <a:lnTo>
                    <a:pt x="70" y="866"/>
                  </a:lnTo>
                  <a:lnTo>
                    <a:pt x="223" y="866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xmlns="" id="{D9B4B938-B638-AC38-5449-916DBBC6A6AA}"/>
                </a:ext>
              </a:extLst>
            </p:cNvPr>
            <p:cNvSpPr/>
            <p:nvPr/>
          </p:nvSpPr>
          <p:spPr>
            <a:xfrm>
              <a:off x="2441320" y="5487396"/>
              <a:ext cx="306" cy="459"/>
            </a:xfrm>
            <a:custGeom>
              <a:avLst/>
              <a:gdLst>
                <a:gd name="connsiteX0" fmla="*/ 223 w 306"/>
                <a:gd name="connsiteY0" fmla="*/ 866 h 459"/>
                <a:gd name="connsiteX1" fmla="*/ 223 w 306"/>
                <a:gd name="connsiteY1" fmla="*/ 1019 h 459"/>
                <a:gd name="connsiteX2" fmla="*/ 70 w 306"/>
                <a:gd name="connsiteY2" fmla="*/ 1019 h 459"/>
                <a:gd name="connsiteX3" fmla="*/ 70 w 306"/>
                <a:gd name="connsiteY3" fmla="*/ 560 h 459"/>
                <a:gd name="connsiteX4" fmla="*/ 223 w 306"/>
                <a:gd name="connsiteY4" fmla="*/ 560 h 459"/>
                <a:gd name="connsiteX5" fmla="*/ 223 w 306"/>
                <a:gd name="connsiteY5" fmla="*/ 713 h 459"/>
                <a:gd name="connsiteX6" fmla="*/ 223 w 306"/>
                <a:gd name="connsiteY6" fmla="*/ 560 h 459"/>
                <a:gd name="connsiteX7" fmla="*/ 376 w 306"/>
                <a:gd name="connsiteY7" fmla="*/ 713 h 459"/>
                <a:gd name="connsiteX8" fmla="*/ 376 w 306"/>
                <a:gd name="connsiteY8" fmla="*/ 866 h 459"/>
                <a:gd name="connsiteX9" fmla="*/ 223 w 306"/>
                <a:gd name="connsiteY9" fmla="*/ 866 h 459"/>
                <a:gd name="connsiteX10" fmla="*/ 223 w 306"/>
                <a:gd name="connsiteY10" fmla="*/ 713 h 459"/>
                <a:gd name="connsiteX11" fmla="*/ 223 w 306"/>
                <a:gd name="connsiteY11" fmla="*/ 866 h 459"/>
                <a:gd name="connsiteX12" fmla="*/ 223 w 306"/>
                <a:gd name="connsiteY12" fmla="*/ 713 h 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6" h="459">
                  <a:moveTo>
                    <a:pt x="223" y="866"/>
                  </a:moveTo>
                  <a:lnTo>
                    <a:pt x="223" y="1019"/>
                  </a:lnTo>
                  <a:lnTo>
                    <a:pt x="70" y="1019"/>
                  </a:lnTo>
                  <a:lnTo>
                    <a:pt x="70" y="560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223" y="560"/>
                  </a:lnTo>
                  <a:cubicBezTo>
                    <a:pt x="300" y="560"/>
                    <a:pt x="376" y="637"/>
                    <a:pt x="376" y="713"/>
                  </a:cubicBezTo>
                  <a:lnTo>
                    <a:pt x="376" y="866"/>
                  </a:lnTo>
                  <a:lnTo>
                    <a:pt x="223" y="866"/>
                  </a:lnTo>
                  <a:close/>
                  <a:moveTo>
                    <a:pt x="223" y="713"/>
                  </a:moveTo>
                  <a:lnTo>
                    <a:pt x="223" y="866"/>
                  </a:lnTo>
                  <a:lnTo>
                    <a:pt x="223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xmlns="" id="{917F4D6F-5AD9-EB9E-89CE-1633D24A5244}"/>
                </a:ext>
              </a:extLst>
            </p:cNvPr>
            <p:cNvSpPr/>
            <p:nvPr/>
          </p:nvSpPr>
          <p:spPr>
            <a:xfrm>
              <a:off x="2441625" y="5487396"/>
              <a:ext cx="306" cy="306"/>
            </a:xfrm>
            <a:custGeom>
              <a:avLst/>
              <a:gdLst>
                <a:gd name="connsiteX0" fmla="*/ 223 w 306"/>
                <a:gd name="connsiteY0" fmla="*/ 713 h 306"/>
                <a:gd name="connsiteX1" fmla="*/ 223 w 306"/>
                <a:gd name="connsiteY1" fmla="*/ 866 h 306"/>
                <a:gd name="connsiteX2" fmla="*/ 223 w 306"/>
                <a:gd name="connsiteY2" fmla="*/ 713 h 306"/>
                <a:gd name="connsiteX3" fmla="*/ 223 w 306"/>
                <a:gd name="connsiteY3" fmla="*/ 560 h 306"/>
                <a:gd name="connsiteX4" fmla="*/ 223 w 306"/>
                <a:gd name="connsiteY4" fmla="*/ 713 h 306"/>
                <a:gd name="connsiteX5" fmla="*/ 376 w 306"/>
                <a:gd name="connsiteY5" fmla="*/ 713 h 306"/>
                <a:gd name="connsiteX6" fmla="*/ 223 w 306"/>
                <a:gd name="connsiteY6" fmla="*/ 866 h 306"/>
                <a:gd name="connsiteX7" fmla="*/ 70 w 306"/>
                <a:gd name="connsiteY7" fmla="*/ 866 h 306"/>
                <a:gd name="connsiteX8" fmla="*/ 70 w 306"/>
                <a:gd name="connsiteY8" fmla="*/ 713 h 306"/>
                <a:gd name="connsiteX9" fmla="*/ 223 w 306"/>
                <a:gd name="connsiteY9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" h="306">
                  <a:moveTo>
                    <a:pt x="223" y="713"/>
                  </a:moveTo>
                  <a:lnTo>
                    <a:pt x="223" y="866"/>
                  </a:lnTo>
                  <a:lnTo>
                    <a:pt x="223" y="713"/>
                  </a:lnTo>
                  <a:close/>
                  <a:moveTo>
                    <a:pt x="223" y="560"/>
                  </a:moveTo>
                  <a:lnTo>
                    <a:pt x="223" y="713"/>
                  </a:lnTo>
                  <a:lnTo>
                    <a:pt x="376" y="713"/>
                  </a:lnTo>
                  <a:cubicBezTo>
                    <a:pt x="376" y="828"/>
                    <a:pt x="300" y="866"/>
                    <a:pt x="223" y="866"/>
                  </a:cubicBezTo>
                  <a:lnTo>
                    <a:pt x="70" y="866"/>
                  </a:lnTo>
                  <a:lnTo>
                    <a:pt x="70" y="713"/>
                  </a:lnTo>
                  <a:lnTo>
                    <a:pt x="223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xmlns="" id="{ACA546FB-2DE6-6011-5595-68E5412203E1}"/>
                </a:ext>
              </a:extLst>
            </p:cNvPr>
            <p:cNvSpPr/>
            <p:nvPr/>
          </p:nvSpPr>
          <p:spPr>
            <a:xfrm>
              <a:off x="2441932" y="5487396"/>
              <a:ext cx="306" cy="459"/>
            </a:xfrm>
            <a:custGeom>
              <a:avLst/>
              <a:gdLst>
                <a:gd name="connsiteX0" fmla="*/ 223 w 306"/>
                <a:gd name="connsiteY0" fmla="*/ 866 h 459"/>
                <a:gd name="connsiteX1" fmla="*/ 223 w 306"/>
                <a:gd name="connsiteY1" fmla="*/ 1019 h 459"/>
                <a:gd name="connsiteX2" fmla="*/ 70 w 306"/>
                <a:gd name="connsiteY2" fmla="*/ 1019 h 459"/>
                <a:gd name="connsiteX3" fmla="*/ 70 w 306"/>
                <a:gd name="connsiteY3" fmla="*/ 560 h 459"/>
                <a:gd name="connsiteX4" fmla="*/ 223 w 306"/>
                <a:gd name="connsiteY4" fmla="*/ 560 h 459"/>
                <a:gd name="connsiteX5" fmla="*/ 223 w 306"/>
                <a:gd name="connsiteY5" fmla="*/ 713 h 459"/>
                <a:gd name="connsiteX6" fmla="*/ 223 w 306"/>
                <a:gd name="connsiteY6" fmla="*/ 560 h 459"/>
                <a:gd name="connsiteX7" fmla="*/ 377 w 306"/>
                <a:gd name="connsiteY7" fmla="*/ 713 h 459"/>
                <a:gd name="connsiteX8" fmla="*/ 377 w 306"/>
                <a:gd name="connsiteY8" fmla="*/ 866 h 459"/>
                <a:gd name="connsiteX9" fmla="*/ 223 w 306"/>
                <a:gd name="connsiteY9" fmla="*/ 866 h 459"/>
                <a:gd name="connsiteX10" fmla="*/ 223 w 306"/>
                <a:gd name="connsiteY10" fmla="*/ 713 h 459"/>
                <a:gd name="connsiteX11" fmla="*/ 223 w 306"/>
                <a:gd name="connsiteY11" fmla="*/ 866 h 459"/>
                <a:gd name="connsiteX12" fmla="*/ 223 w 306"/>
                <a:gd name="connsiteY12" fmla="*/ 713 h 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6" h="459">
                  <a:moveTo>
                    <a:pt x="223" y="866"/>
                  </a:moveTo>
                  <a:lnTo>
                    <a:pt x="223" y="1019"/>
                  </a:lnTo>
                  <a:lnTo>
                    <a:pt x="70" y="1019"/>
                  </a:lnTo>
                  <a:lnTo>
                    <a:pt x="70" y="560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223" y="560"/>
                  </a:lnTo>
                  <a:cubicBezTo>
                    <a:pt x="300" y="560"/>
                    <a:pt x="377" y="637"/>
                    <a:pt x="377" y="713"/>
                  </a:cubicBezTo>
                  <a:lnTo>
                    <a:pt x="377" y="866"/>
                  </a:lnTo>
                  <a:lnTo>
                    <a:pt x="223" y="866"/>
                  </a:lnTo>
                  <a:close/>
                  <a:moveTo>
                    <a:pt x="223" y="713"/>
                  </a:moveTo>
                  <a:lnTo>
                    <a:pt x="223" y="866"/>
                  </a:lnTo>
                  <a:lnTo>
                    <a:pt x="223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xmlns="" id="{28A1168F-DCA5-1880-ACD0-DCAEA6F69161}"/>
                </a:ext>
              </a:extLst>
            </p:cNvPr>
            <p:cNvSpPr/>
            <p:nvPr/>
          </p:nvSpPr>
          <p:spPr>
            <a:xfrm>
              <a:off x="2442238" y="5487396"/>
              <a:ext cx="153" cy="306"/>
            </a:xfrm>
            <a:custGeom>
              <a:avLst/>
              <a:gdLst>
                <a:gd name="connsiteX0" fmla="*/ 223 w 153"/>
                <a:gd name="connsiteY0" fmla="*/ 713 h 306"/>
                <a:gd name="connsiteX1" fmla="*/ 223 w 153"/>
                <a:gd name="connsiteY1" fmla="*/ 866 h 306"/>
                <a:gd name="connsiteX2" fmla="*/ 70 w 153"/>
                <a:gd name="connsiteY2" fmla="*/ 866 h 306"/>
                <a:gd name="connsiteX3" fmla="*/ 70 w 153"/>
                <a:gd name="connsiteY3" fmla="*/ 713 h 306"/>
                <a:gd name="connsiteX4" fmla="*/ 223 w 153"/>
                <a:gd name="connsiteY4" fmla="*/ 560 h 306"/>
                <a:gd name="connsiteX5" fmla="*/ 223 w 153"/>
                <a:gd name="connsiteY5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" h="306">
                  <a:moveTo>
                    <a:pt x="223" y="713"/>
                  </a:moveTo>
                  <a:lnTo>
                    <a:pt x="223" y="866"/>
                  </a:lnTo>
                  <a:lnTo>
                    <a:pt x="70" y="866"/>
                  </a:lnTo>
                  <a:lnTo>
                    <a:pt x="70" y="713"/>
                  </a:lnTo>
                  <a:lnTo>
                    <a:pt x="223" y="560"/>
                  </a:lnTo>
                  <a:lnTo>
                    <a:pt x="223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xmlns="" id="{B8C3FF29-7579-3D79-1C3A-B97FCC511EF0}"/>
                </a:ext>
              </a:extLst>
            </p:cNvPr>
            <p:cNvSpPr/>
            <p:nvPr/>
          </p:nvSpPr>
          <p:spPr>
            <a:xfrm>
              <a:off x="2442467" y="5487396"/>
              <a:ext cx="306" cy="306"/>
            </a:xfrm>
            <a:custGeom>
              <a:avLst/>
              <a:gdLst>
                <a:gd name="connsiteX0" fmla="*/ 223 w 306"/>
                <a:gd name="connsiteY0" fmla="*/ 713 h 306"/>
                <a:gd name="connsiteX1" fmla="*/ 223 w 306"/>
                <a:gd name="connsiteY1" fmla="*/ 866 h 306"/>
                <a:gd name="connsiteX2" fmla="*/ 223 w 306"/>
                <a:gd name="connsiteY2" fmla="*/ 713 h 306"/>
                <a:gd name="connsiteX3" fmla="*/ 223 w 306"/>
                <a:gd name="connsiteY3" fmla="*/ 560 h 306"/>
                <a:gd name="connsiteX4" fmla="*/ 223 w 306"/>
                <a:gd name="connsiteY4" fmla="*/ 713 h 306"/>
                <a:gd name="connsiteX5" fmla="*/ 377 w 306"/>
                <a:gd name="connsiteY5" fmla="*/ 713 h 306"/>
                <a:gd name="connsiteX6" fmla="*/ 223 w 306"/>
                <a:gd name="connsiteY6" fmla="*/ 866 h 306"/>
                <a:gd name="connsiteX7" fmla="*/ 70 w 306"/>
                <a:gd name="connsiteY7" fmla="*/ 866 h 306"/>
                <a:gd name="connsiteX8" fmla="*/ 70 w 306"/>
                <a:gd name="connsiteY8" fmla="*/ 713 h 306"/>
                <a:gd name="connsiteX9" fmla="*/ 223 w 306"/>
                <a:gd name="connsiteY9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" h="306">
                  <a:moveTo>
                    <a:pt x="223" y="713"/>
                  </a:moveTo>
                  <a:lnTo>
                    <a:pt x="223" y="866"/>
                  </a:lnTo>
                  <a:lnTo>
                    <a:pt x="223" y="713"/>
                  </a:lnTo>
                  <a:close/>
                  <a:moveTo>
                    <a:pt x="223" y="560"/>
                  </a:moveTo>
                  <a:lnTo>
                    <a:pt x="223" y="713"/>
                  </a:lnTo>
                  <a:lnTo>
                    <a:pt x="377" y="713"/>
                  </a:lnTo>
                  <a:cubicBezTo>
                    <a:pt x="377" y="828"/>
                    <a:pt x="300" y="866"/>
                    <a:pt x="223" y="866"/>
                  </a:cubicBezTo>
                  <a:lnTo>
                    <a:pt x="70" y="866"/>
                  </a:lnTo>
                  <a:lnTo>
                    <a:pt x="70" y="713"/>
                  </a:lnTo>
                  <a:lnTo>
                    <a:pt x="223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xmlns="" id="{AAAD3656-EDBE-C07C-8F48-53F88DCCA6EE}"/>
                </a:ext>
              </a:extLst>
            </p:cNvPr>
            <p:cNvSpPr/>
            <p:nvPr/>
          </p:nvSpPr>
          <p:spPr>
            <a:xfrm>
              <a:off x="2442774" y="5487396"/>
              <a:ext cx="153" cy="306"/>
            </a:xfrm>
            <a:custGeom>
              <a:avLst/>
              <a:gdLst>
                <a:gd name="connsiteX0" fmla="*/ 224 w 153"/>
                <a:gd name="connsiteY0" fmla="*/ 713 h 306"/>
                <a:gd name="connsiteX1" fmla="*/ 224 w 153"/>
                <a:gd name="connsiteY1" fmla="*/ 866 h 306"/>
                <a:gd name="connsiteX2" fmla="*/ 70 w 153"/>
                <a:gd name="connsiteY2" fmla="*/ 866 h 306"/>
                <a:gd name="connsiteX3" fmla="*/ 70 w 153"/>
                <a:gd name="connsiteY3" fmla="*/ 560 h 306"/>
                <a:gd name="connsiteX4" fmla="*/ 224 w 153"/>
                <a:gd name="connsiteY4" fmla="*/ 560 h 306"/>
                <a:gd name="connsiteX5" fmla="*/ 224 w 153"/>
                <a:gd name="connsiteY5" fmla="*/ 713 h 306"/>
                <a:gd name="connsiteX6" fmla="*/ 224 w 153"/>
                <a:gd name="connsiteY6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" h="306">
                  <a:moveTo>
                    <a:pt x="224" y="713"/>
                  </a:moveTo>
                  <a:lnTo>
                    <a:pt x="224" y="866"/>
                  </a:lnTo>
                  <a:lnTo>
                    <a:pt x="70" y="866"/>
                  </a:lnTo>
                  <a:lnTo>
                    <a:pt x="70" y="560"/>
                  </a:lnTo>
                  <a:lnTo>
                    <a:pt x="224" y="560"/>
                  </a:lnTo>
                  <a:lnTo>
                    <a:pt x="224" y="713"/>
                  </a:lnTo>
                  <a:lnTo>
                    <a:pt x="224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xmlns="" id="{FF2E7FB0-43BC-5290-B711-B430027306A2}"/>
                </a:ext>
              </a:extLst>
            </p:cNvPr>
            <p:cNvSpPr/>
            <p:nvPr/>
          </p:nvSpPr>
          <p:spPr>
            <a:xfrm>
              <a:off x="2443003" y="5487396"/>
              <a:ext cx="306" cy="306"/>
            </a:xfrm>
            <a:custGeom>
              <a:avLst/>
              <a:gdLst>
                <a:gd name="connsiteX0" fmla="*/ 377 w 306"/>
                <a:gd name="connsiteY0" fmla="*/ 713 h 306"/>
                <a:gd name="connsiteX1" fmla="*/ 377 w 306"/>
                <a:gd name="connsiteY1" fmla="*/ 866 h 306"/>
                <a:gd name="connsiteX2" fmla="*/ 224 w 306"/>
                <a:gd name="connsiteY2" fmla="*/ 866 h 306"/>
                <a:gd name="connsiteX3" fmla="*/ 224 w 306"/>
                <a:gd name="connsiteY3" fmla="*/ 713 h 306"/>
                <a:gd name="connsiteX4" fmla="*/ 224 w 306"/>
                <a:gd name="connsiteY4" fmla="*/ 866 h 306"/>
                <a:gd name="connsiteX5" fmla="*/ 70 w 306"/>
                <a:gd name="connsiteY5" fmla="*/ 866 h 306"/>
                <a:gd name="connsiteX6" fmla="*/ 70 w 306"/>
                <a:gd name="connsiteY6" fmla="*/ 560 h 306"/>
                <a:gd name="connsiteX7" fmla="*/ 224 w 306"/>
                <a:gd name="connsiteY7" fmla="*/ 560 h 306"/>
                <a:gd name="connsiteX8" fmla="*/ 224 w 306"/>
                <a:gd name="connsiteY8" fmla="*/ 713 h 306"/>
                <a:gd name="connsiteX9" fmla="*/ 224 w 306"/>
                <a:gd name="connsiteY9" fmla="*/ 560 h 306"/>
                <a:gd name="connsiteX10" fmla="*/ 224 w 306"/>
                <a:gd name="connsiteY10" fmla="*/ 713 h 306"/>
                <a:gd name="connsiteX11" fmla="*/ 377 w 306"/>
                <a:gd name="connsiteY11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6" h="306">
                  <a:moveTo>
                    <a:pt x="377" y="713"/>
                  </a:moveTo>
                  <a:lnTo>
                    <a:pt x="377" y="866"/>
                  </a:lnTo>
                  <a:lnTo>
                    <a:pt x="224" y="866"/>
                  </a:lnTo>
                  <a:lnTo>
                    <a:pt x="224" y="713"/>
                  </a:lnTo>
                  <a:lnTo>
                    <a:pt x="224" y="866"/>
                  </a:lnTo>
                  <a:lnTo>
                    <a:pt x="70" y="866"/>
                  </a:lnTo>
                  <a:lnTo>
                    <a:pt x="70" y="560"/>
                  </a:lnTo>
                  <a:lnTo>
                    <a:pt x="224" y="560"/>
                  </a:lnTo>
                  <a:lnTo>
                    <a:pt x="224" y="713"/>
                  </a:lnTo>
                  <a:lnTo>
                    <a:pt x="224" y="560"/>
                  </a:lnTo>
                  <a:lnTo>
                    <a:pt x="224" y="713"/>
                  </a:lnTo>
                  <a:lnTo>
                    <a:pt x="377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xmlns="" id="{AA9A04C0-5279-3801-8830-B6A23A03237E}"/>
                </a:ext>
              </a:extLst>
            </p:cNvPr>
            <p:cNvSpPr/>
            <p:nvPr/>
          </p:nvSpPr>
          <p:spPr>
            <a:xfrm>
              <a:off x="2443309" y="5487396"/>
              <a:ext cx="306" cy="306"/>
            </a:xfrm>
            <a:custGeom>
              <a:avLst/>
              <a:gdLst>
                <a:gd name="connsiteX0" fmla="*/ 224 w 306"/>
                <a:gd name="connsiteY0" fmla="*/ 713 h 306"/>
                <a:gd name="connsiteX1" fmla="*/ 224 w 306"/>
                <a:gd name="connsiteY1" fmla="*/ 866 h 306"/>
                <a:gd name="connsiteX2" fmla="*/ 224 w 306"/>
                <a:gd name="connsiteY2" fmla="*/ 713 h 306"/>
                <a:gd name="connsiteX3" fmla="*/ 377 w 306"/>
                <a:gd name="connsiteY3" fmla="*/ 713 h 306"/>
                <a:gd name="connsiteX4" fmla="*/ 377 w 306"/>
                <a:gd name="connsiteY4" fmla="*/ 866 h 306"/>
                <a:gd name="connsiteX5" fmla="*/ 224 w 306"/>
                <a:gd name="connsiteY5" fmla="*/ 866 h 306"/>
                <a:gd name="connsiteX6" fmla="*/ 70 w 306"/>
                <a:gd name="connsiteY6" fmla="*/ 866 h 306"/>
                <a:gd name="connsiteX7" fmla="*/ 70 w 306"/>
                <a:gd name="connsiteY7" fmla="*/ 713 h 306"/>
                <a:gd name="connsiteX8" fmla="*/ 224 w 306"/>
                <a:gd name="connsiteY8" fmla="*/ 713 h 306"/>
                <a:gd name="connsiteX9" fmla="*/ 70 w 306"/>
                <a:gd name="connsiteY9" fmla="*/ 713 h 306"/>
                <a:gd name="connsiteX10" fmla="*/ 70 w 306"/>
                <a:gd name="connsiteY10" fmla="*/ 560 h 306"/>
                <a:gd name="connsiteX11" fmla="*/ 224 w 306"/>
                <a:gd name="connsiteY11" fmla="*/ 560 h 306"/>
                <a:gd name="connsiteX12" fmla="*/ 224 w 306"/>
                <a:gd name="connsiteY12" fmla="*/ 713 h 306"/>
                <a:gd name="connsiteX13" fmla="*/ 377 w 306"/>
                <a:gd name="connsiteY13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6" h="306">
                  <a:moveTo>
                    <a:pt x="224" y="713"/>
                  </a:moveTo>
                  <a:lnTo>
                    <a:pt x="224" y="866"/>
                  </a:lnTo>
                  <a:lnTo>
                    <a:pt x="224" y="713"/>
                  </a:lnTo>
                  <a:close/>
                  <a:moveTo>
                    <a:pt x="377" y="713"/>
                  </a:moveTo>
                  <a:lnTo>
                    <a:pt x="377" y="866"/>
                  </a:lnTo>
                  <a:lnTo>
                    <a:pt x="224" y="866"/>
                  </a:lnTo>
                  <a:lnTo>
                    <a:pt x="70" y="866"/>
                  </a:lnTo>
                  <a:lnTo>
                    <a:pt x="70" y="713"/>
                  </a:lnTo>
                  <a:lnTo>
                    <a:pt x="224" y="713"/>
                  </a:lnTo>
                  <a:lnTo>
                    <a:pt x="70" y="713"/>
                  </a:lnTo>
                  <a:lnTo>
                    <a:pt x="70" y="560"/>
                  </a:lnTo>
                  <a:lnTo>
                    <a:pt x="224" y="560"/>
                  </a:lnTo>
                  <a:lnTo>
                    <a:pt x="224" y="713"/>
                  </a:lnTo>
                  <a:lnTo>
                    <a:pt x="377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xmlns="" id="{1E4DEF40-19D0-E04D-60B4-EF7627FCA027}"/>
                </a:ext>
              </a:extLst>
            </p:cNvPr>
            <p:cNvSpPr/>
            <p:nvPr/>
          </p:nvSpPr>
          <p:spPr>
            <a:xfrm>
              <a:off x="2443577" y="5487396"/>
              <a:ext cx="153" cy="306"/>
            </a:xfrm>
            <a:custGeom>
              <a:avLst/>
              <a:gdLst>
                <a:gd name="connsiteX0" fmla="*/ 224 w 153"/>
                <a:gd name="connsiteY0" fmla="*/ 713 h 306"/>
                <a:gd name="connsiteX1" fmla="*/ 224 w 153"/>
                <a:gd name="connsiteY1" fmla="*/ 866 h 306"/>
                <a:gd name="connsiteX2" fmla="*/ 71 w 153"/>
                <a:gd name="connsiteY2" fmla="*/ 866 h 306"/>
                <a:gd name="connsiteX3" fmla="*/ 71 w 153"/>
                <a:gd name="connsiteY3" fmla="*/ 560 h 306"/>
                <a:gd name="connsiteX4" fmla="*/ 224 w 153"/>
                <a:gd name="connsiteY4" fmla="*/ 560 h 306"/>
                <a:gd name="connsiteX5" fmla="*/ 224 w 153"/>
                <a:gd name="connsiteY5" fmla="*/ 713 h 306"/>
                <a:gd name="connsiteX6" fmla="*/ 224 w 153"/>
                <a:gd name="connsiteY6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" h="306">
                  <a:moveTo>
                    <a:pt x="224" y="713"/>
                  </a:moveTo>
                  <a:lnTo>
                    <a:pt x="224" y="866"/>
                  </a:lnTo>
                  <a:lnTo>
                    <a:pt x="71" y="866"/>
                  </a:lnTo>
                  <a:lnTo>
                    <a:pt x="71" y="560"/>
                  </a:lnTo>
                  <a:lnTo>
                    <a:pt x="224" y="560"/>
                  </a:lnTo>
                  <a:lnTo>
                    <a:pt x="224" y="713"/>
                  </a:lnTo>
                  <a:lnTo>
                    <a:pt x="224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xmlns="" id="{233CB2E7-3394-8699-9FBB-EF5E031D309E}"/>
                </a:ext>
              </a:extLst>
            </p:cNvPr>
            <p:cNvSpPr/>
            <p:nvPr/>
          </p:nvSpPr>
          <p:spPr>
            <a:xfrm>
              <a:off x="2443807" y="5487396"/>
              <a:ext cx="153" cy="306"/>
            </a:xfrm>
            <a:custGeom>
              <a:avLst/>
              <a:gdLst>
                <a:gd name="connsiteX0" fmla="*/ 224 w 153"/>
                <a:gd name="connsiteY0" fmla="*/ 560 h 306"/>
                <a:gd name="connsiteX1" fmla="*/ 224 w 153"/>
                <a:gd name="connsiteY1" fmla="*/ 713 h 306"/>
                <a:gd name="connsiteX2" fmla="*/ 224 w 153"/>
                <a:gd name="connsiteY2" fmla="*/ 866 h 306"/>
                <a:gd name="connsiteX3" fmla="*/ 71 w 153"/>
                <a:gd name="connsiteY3" fmla="*/ 866 h 306"/>
                <a:gd name="connsiteX4" fmla="*/ 71 w 153"/>
                <a:gd name="connsiteY4" fmla="*/ 713 h 306"/>
                <a:gd name="connsiteX5" fmla="*/ 71 w 153"/>
                <a:gd name="connsiteY5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" h="306">
                  <a:moveTo>
                    <a:pt x="224" y="560"/>
                  </a:moveTo>
                  <a:lnTo>
                    <a:pt x="224" y="713"/>
                  </a:lnTo>
                  <a:lnTo>
                    <a:pt x="224" y="866"/>
                  </a:lnTo>
                  <a:lnTo>
                    <a:pt x="71" y="866"/>
                  </a:lnTo>
                  <a:lnTo>
                    <a:pt x="71" y="713"/>
                  </a:lnTo>
                  <a:lnTo>
                    <a:pt x="71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xmlns="" id="{6CF8A52F-EF0E-F3C5-6326-80A5DD394D7A}"/>
                </a:ext>
              </a:extLst>
            </p:cNvPr>
            <p:cNvSpPr/>
            <p:nvPr/>
          </p:nvSpPr>
          <p:spPr>
            <a:xfrm>
              <a:off x="2443998" y="5487396"/>
              <a:ext cx="306" cy="306"/>
            </a:xfrm>
            <a:custGeom>
              <a:avLst/>
              <a:gdLst>
                <a:gd name="connsiteX0" fmla="*/ 224 w 306"/>
                <a:gd name="connsiteY0" fmla="*/ 713 h 306"/>
                <a:gd name="connsiteX1" fmla="*/ 377 w 306"/>
                <a:gd name="connsiteY1" fmla="*/ 866 h 306"/>
                <a:gd name="connsiteX2" fmla="*/ 224 w 306"/>
                <a:gd name="connsiteY2" fmla="*/ 866 h 306"/>
                <a:gd name="connsiteX3" fmla="*/ 71 w 306"/>
                <a:gd name="connsiteY3" fmla="*/ 866 h 306"/>
                <a:gd name="connsiteX4" fmla="*/ 224 w 306"/>
                <a:gd name="connsiteY4" fmla="*/ 866 h 306"/>
                <a:gd name="connsiteX5" fmla="*/ 224 w 306"/>
                <a:gd name="connsiteY5" fmla="*/ 713 h 306"/>
                <a:gd name="connsiteX6" fmla="*/ 71 w 306"/>
                <a:gd name="connsiteY6" fmla="*/ 713 h 306"/>
                <a:gd name="connsiteX7" fmla="*/ 224 w 306"/>
                <a:gd name="connsiteY7" fmla="*/ 560 h 306"/>
                <a:gd name="connsiteX8" fmla="*/ 224 w 306"/>
                <a:gd name="connsiteY8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6" h="306">
                  <a:moveTo>
                    <a:pt x="224" y="713"/>
                  </a:moveTo>
                  <a:cubicBezTo>
                    <a:pt x="300" y="713"/>
                    <a:pt x="377" y="790"/>
                    <a:pt x="377" y="866"/>
                  </a:cubicBezTo>
                  <a:lnTo>
                    <a:pt x="224" y="866"/>
                  </a:lnTo>
                  <a:lnTo>
                    <a:pt x="71" y="866"/>
                  </a:lnTo>
                  <a:lnTo>
                    <a:pt x="224" y="866"/>
                  </a:lnTo>
                  <a:lnTo>
                    <a:pt x="224" y="713"/>
                  </a:lnTo>
                  <a:lnTo>
                    <a:pt x="71" y="713"/>
                  </a:lnTo>
                  <a:cubicBezTo>
                    <a:pt x="71" y="637"/>
                    <a:pt x="109" y="560"/>
                    <a:pt x="224" y="560"/>
                  </a:cubicBezTo>
                  <a:lnTo>
                    <a:pt x="224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xmlns="" id="{6555F167-DDC4-7EE6-25F0-C31CCBC6A2B9}"/>
                </a:ext>
              </a:extLst>
            </p:cNvPr>
            <p:cNvSpPr/>
            <p:nvPr/>
          </p:nvSpPr>
          <p:spPr>
            <a:xfrm>
              <a:off x="2438526" y="5487818"/>
              <a:ext cx="153" cy="306"/>
            </a:xfrm>
            <a:custGeom>
              <a:avLst/>
              <a:gdLst>
                <a:gd name="connsiteX0" fmla="*/ 223 w 153"/>
                <a:gd name="connsiteY0" fmla="*/ 560 h 306"/>
                <a:gd name="connsiteX1" fmla="*/ 223 w 153"/>
                <a:gd name="connsiteY1" fmla="*/ 866 h 306"/>
                <a:gd name="connsiteX2" fmla="*/ 70 w 153"/>
                <a:gd name="connsiteY2" fmla="*/ 866 h 306"/>
                <a:gd name="connsiteX3" fmla="*/ 70 w 153"/>
                <a:gd name="connsiteY3" fmla="*/ 560 h 306"/>
                <a:gd name="connsiteX4" fmla="*/ 223 w 153"/>
                <a:gd name="connsiteY4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" h="306">
                  <a:moveTo>
                    <a:pt x="223" y="560"/>
                  </a:moveTo>
                  <a:lnTo>
                    <a:pt x="223" y="866"/>
                  </a:lnTo>
                  <a:lnTo>
                    <a:pt x="70" y="866"/>
                  </a:lnTo>
                  <a:lnTo>
                    <a:pt x="70" y="560"/>
                  </a:lnTo>
                  <a:lnTo>
                    <a:pt x="223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xmlns="" id="{AB44068A-5A03-6AAB-112D-B8C834119082}"/>
                </a:ext>
              </a:extLst>
            </p:cNvPr>
            <p:cNvSpPr/>
            <p:nvPr/>
          </p:nvSpPr>
          <p:spPr>
            <a:xfrm>
              <a:off x="2438717" y="5487818"/>
              <a:ext cx="153" cy="306"/>
            </a:xfrm>
            <a:custGeom>
              <a:avLst/>
              <a:gdLst>
                <a:gd name="connsiteX0" fmla="*/ 223 w 153"/>
                <a:gd name="connsiteY0" fmla="*/ 713 h 306"/>
                <a:gd name="connsiteX1" fmla="*/ 223 w 153"/>
                <a:gd name="connsiteY1" fmla="*/ 866 h 306"/>
                <a:gd name="connsiteX2" fmla="*/ 70 w 153"/>
                <a:gd name="connsiteY2" fmla="*/ 866 h 306"/>
                <a:gd name="connsiteX3" fmla="*/ 70 w 153"/>
                <a:gd name="connsiteY3" fmla="*/ 560 h 306"/>
                <a:gd name="connsiteX4" fmla="*/ 223 w 153"/>
                <a:gd name="connsiteY4" fmla="*/ 560 h 306"/>
                <a:gd name="connsiteX5" fmla="*/ 223 w 153"/>
                <a:gd name="connsiteY5" fmla="*/ 713 h 306"/>
                <a:gd name="connsiteX6" fmla="*/ 223 w 153"/>
                <a:gd name="connsiteY6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" h="306">
                  <a:moveTo>
                    <a:pt x="223" y="713"/>
                  </a:moveTo>
                  <a:lnTo>
                    <a:pt x="223" y="866"/>
                  </a:lnTo>
                  <a:lnTo>
                    <a:pt x="70" y="866"/>
                  </a:lnTo>
                  <a:lnTo>
                    <a:pt x="70" y="560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223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xmlns="" id="{3A47E444-65CC-D8AF-88EC-FC4579DBA1E6}"/>
                </a:ext>
              </a:extLst>
            </p:cNvPr>
            <p:cNvSpPr/>
            <p:nvPr/>
          </p:nvSpPr>
          <p:spPr>
            <a:xfrm>
              <a:off x="2438909" y="5487818"/>
              <a:ext cx="306" cy="306"/>
            </a:xfrm>
            <a:custGeom>
              <a:avLst/>
              <a:gdLst>
                <a:gd name="connsiteX0" fmla="*/ 223 w 306"/>
                <a:gd name="connsiteY0" fmla="*/ 713 h 306"/>
                <a:gd name="connsiteX1" fmla="*/ 223 w 306"/>
                <a:gd name="connsiteY1" fmla="*/ 866 h 306"/>
                <a:gd name="connsiteX2" fmla="*/ 223 w 306"/>
                <a:gd name="connsiteY2" fmla="*/ 713 h 306"/>
                <a:gd name="connsiteX3" fmla="*/ 223 w 306"/>
                <a:gd name="connsiteY3" fmla="*/ 560 h 306"/>
                <a:gd name="connsiteX4" fmla="*/ 223 w 306"/>
                <a:gd name="connsiteY4" fmla="*/ 713 h 306"/>
                <a:gd name="connsiteX5" fmla="*/ 376 w 306"/>
                <a:gd name="connsiteY5" fmla="*/ 713 h 306"/>
                <a:gd name="connsiteX6" fmla="*/ 223 w 306"/>
                <a:gd name="connsiteY6" fmla="*/ 866 h 306"/>
                <a:gd name="connsiteX7" fmla="*/ 70 w 306"/>
                <a:gd name="connsiteY7" fmla="*/ 866 h 306"/>
                <a:gd name="connsiteX8" fmla="*/ 70 w 306"/>
                <a:gd name="connsiteY8" fmla="*/ 713 h 306"/>
                <a:gd name="connsiteX9" fmla="*/ 223 w 306"/>
                <a:gd name="connsiteY9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" h="306">
                  <a:moveTo>
                    <a:pt x="223" y="713"/>
                  </a:moveTo>
                  <a:lnTo>
                    <a:pt x="223" y="866"/>
                  </a:lnTo>
                  <a:lnTo>
                    <a:pt x="223" y="713"/>
                  </a:lnTo>
                  <a:close/>
                  <a:moveTo>
                    <a:pt x="223" y="560"/>
                  </a:moveTo>
                  <a:lnTo>
                    <a:pt x="223" y="713"/>
                  </a:lnTo>
                  <a:lnTo>
                    <a:pt x="376" y="713"/>
                  </a:lnTo>
                  <a:cubicBezTo>
                    <a:pt x="376" y="828"/>
                    <a:pt x="300" y="866"/>
                    <a:pt x="223" y="866"/>
                  </a:cubicBezTo>
                  <a:lnTo>
                    <a:pt x="70" y="866"/>
                  </a:lnTo>
                  <a:lnTo>
                    <a:pt x="70" y="713"/>
                  </a:lnTo>
                  <a:lnTo>
                    <a:pt x="223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xmlns="" id="{0D57CB7D-68D7-563E-DBD6-86B34A4129F3}"/>
                </a:ext>
              </a:extLst>
            </p:cNvPr>
            <p:cNvSpPr/>
            <p:nvPr/>
          </p:nvSpPr>
          <p:spPr>
            <a:xfrm>
              <a:off x="2439214" y="5487818"/>
              <a:ext cx="459" cy="306"/>
            </a:xfrm>
            <a:custGeom>
              <a:avLst/>
              <a:gdLst>
                <a:gd name="connsiteX0" fmla="*/ 376 w 459"/>
                <a:gd name="connsiteY0" fmla="*/ 713 h 306"/>
                <a:gd name="connsiteX1" fmla="*/ 376 w 459"/>
                <a:gd name="connsiteY1" fmla="*/ 560 h 306"/>
                <a:gd name="connsiteX2" fmla="*/ 376 w 459"/>
                <a:gd name="connsiteY2" fmla="*/ 713 h 306"/>
                <a:gd name="connsiteX3" fmla="*/ 529 w 459"/>
                <a:gd name="connsiteY3" fmla="*/ 713 h 306"/>
                <a:gd name="connsiteX4" fmla="*/ 529 w 459"/>
                <a:gd name="connsiteY4" fmla="*/ 866 h 306"/>
                <a:gd name="connsiteX5" fmla="*/ 376 w 459"/>
                <a:gd name="connsiteY5" fmla="*/ 866 h 306"/>
                <a:gd name="connsiteX6" fmla="*/ 376 w 459"/>
                <a:gd name="connsiteY6" fmla="*/ 713 h 306"/>
                <a:gd name="connsiteX7" fmla="*/ 376 w 459"/>
                <a:gd name="connsiteY7" fmla="*/ 866 h 306"/>
                <a:gd name="connsiteX8" fmla="*/ 223 w 459"/>
                <a:gd name="connsiteY8" fmla="*/ 866 h 306"/>
                <a:gd name="connsiteX9" fmla="*/ 223 w 459"/>
                <a:gd name="connsiteY9" fmla="*/ 713 h 306"/>
                <a:gd name="connsiteX10" fmla="*/ 223 w 459"/>
                <a:gd name="connsiteY10" fmla="*/ 866 h 306"/>
                <a:gd name="connsiteX11" fmla="*/ 70 w 459"/>
                <a:gd name="connsiteY11" fmla="*/ 866 h 306"/>
                <a:gd name="connsiteX12" fmla="*/ 70 w 459"/>
                <a:gd name="connsiteY12" fmla="*/ 560 h 306"/>
                <a:gd name="connsiteX13" fmla="*/ 223 w 459"/>
                <a:gd name="connsiteY13" fmla="*/ 560 h 306"/>
                <a:gd name="connsiteX14" fmla="*/ 223 w 459"/>
                <a:gd name="connsiteY14" fmla="*/ 713 h 306"/>
                <a:gd name="connsiteX15" fmla="*/ 223 w 459"/>
                <a:gd name="connsiteY15" fmla="*/ 560 h 306"/>
                <a:gd name="connsiteX16" fmla="*/ 223 w 459"/>
                <a:gd name="connsiteY16" fmla="*/ 713 h 306"/>
                <a:gd name="connsiteX17" fmla="*/ 376 w 459"/>
                <a:gd name="connsiteY17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9" h="306">
                  <a:moveTo>
                    <a:pt x="376" y="713"/>
                  </a:moveTo>
                  <a:lnTo>
                    <a:pt x="376" y="560"/>
                  </a:lnTo>
                  <a:lnTo>
                    <a:pt x="376" y="713"/>
                  </a:lnTo>
                  <a:lnTo>
                    <a:pt x="529" y="713"/>
                  </a:lnTo>
                  <a:lnTo>
                    <a:pt x="529" y="866"/>
                  </a:lnTo>
                  <a:lnTo>
                    <a:pt x="376" y="866"/>
                  </a:lnTo>
                  <a:lnTo>
                    <a:pt x="376" y="713"/>
                  </a:lnTo>
                  <a:lnTo>
                    <a:pt x="376" y="866"/>
                  </a:lnTo>
                  <a:lnTo>
                    <a:pt x="223" y="866"/>
                  </a:lnTo>
                  <a:lnTo>
                    <a:pt x="223" y="713"/>
                  </a:lnTo>
                  <a:lnTo>
                    <a:pt x="223" y="866"/>
                  </a:lnTo>
                  <a:lnTo>
                    <a:pt x="70" y="866"/>
                  </a:lnTo>
                  <a:lnTo>
                    <a:pt x="70" y="560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376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xmlns="" id="{F0BBE881-B601-CC0E-ABD9-883363F2C514}"/>
                </a:ext>
              </a:extLst>
            </p:cNvPr>
            <p:cNvSpPr/>
            <p:nvPr/>
          </p:nvSpPr>
          <p:spPr>
            <a:xfrm>
              <a:off x="2439827" y="5487818"/>
              <a:ext cx="153" cy="306"/>
            </a:xfrm>
            <a:custGeom>
              <a:avLst/>
              <a:gdLst>
                <a:gd name="connsiteX0" fmla="*/ 223 w 153"/>
                <a:gd name="connsiteY0" fmla="*/ 560 h 306"/>
                <a:gd name="connsiteX1" fmla="*/ 223 w 153"/>
                <a:gd name="connsiteY1" fmla="*/ 713 h 306"/>
                <a:gd name="connsiteX2" fmla="*/ 223 w 153"/>
                <a:gd name="connsiteY2" fmla="*/ 866 h 306"/>
                <a:gd name="connsiteX3" fmla="*/ 70 w 153"/>
                <a:gd name="connsiteY3" fmla="*/ 866 h 306"/>
                <a:gd name="connsiteX4" fmla="*/ 70 w 153"/>
                <a:gd name="connsiteY4" fmla="*/ 713 h 306"/>
                <a:gd name="connsiteX5" fmla="*/ 70 w 153"/>
                <a:gd name="connsiteY5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" h="306">
                  <a:moveTo>
                    <a:pt x="223" y="560"/>
                  </a:moveTo>
                  <a:lnTo>
                    <a:pt x="223" y="713"/>
                  </a:lnTo>
                  <a:lnTo>
                    <a:pt x="223" y="866"/>
                  </a:lnTo>
                  <a:lnTo>
                    <a:pt x="70" y="866"/>
                  </a:lnTo>
                  <a:lnTo>
                    <a:pt x="70" y="713"/>
                  </a:lnTo>
                  <a:lnTo>
                    <a:pt x="70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xmlns="" id="{6662B6D8-EF32-BEFA-8404-B9342FADC6AD}"/>
                </a:ext>
              </a:extLst>
            </p:cNvPr>
            <p:cNvSpPr/>
            <p:nvPr/>
          </p:nvSpPr>
          <p:spPr>
            <a:xfrm>
              <a:off x="2440018" y="5487818"/>
              <a:ext cx="306" cy="306"/>
            </a:xfrm>
            <a:custGeom>
              <a:avLst/>
              <a:gdLst>
                <a:gd name="connsiteX0" fmla="*/ 376 w 306"/>
                <a:gd name="connsiteY0" fmla="*/ 713 h 306"/>
                <a:gd name="connsiteX1" fmla="*/ 376 w 306"/>
                <a:gd name="connsiteY1" fmla="*/ 866 h 306"/>
                <a:gd name="connsiteX2" fmla="*/ 223 w 306"/>
                <a:gd name="connsiteY2" fmla="*/ 866 h 306"/>
                <a:gd name="connsiteX3" fmla="*/ 223 w 306"/>
                <a:gd name="connsiteY3" fmla="*/ 713 h 306"/>
                <a:gd name="connsiteX4" fmla="*/ 223 w 306"/>
                <a:gd name="connsiteY4" fmla="*/ 866 h 306"/>
                <a:gd name="connsiteX5" fmla="*/ 70 w 306"/>
                <a:gd name="connsiteY5" fmla="*/ 866 h 306"/>
                <a:gd name="connsiteX6" fmla="*/ 70 w 306"/>
                <a:gd name="connsiteY6" fmla="*/ 560 h 306"/>
                <a:gd name="connsiteX7" fmla="*/ 223 w 306"/>
                <a:gd name="connsiteY7" fmla="*/ 560 h 306"/>
                <a:gd name="connsiteX8" fmla="*/ 223 w 306"/>
                <a:gd name="connsiteY8" fmla="*/ 713 h 306"/>
                <a:gd name="connsiteX9" fmla="*/ 223 w 306"/>
                <a:gd name="connsiteY9" fmla="*/ 560 h 306"/>
                <a:gd name="connsiteX10" fmla="*/ 223 w 306"/>
                <a:gd name="connsiteY10" fmla="*/ 713 h 306"/>
                <a:gd name="connsiteX11" fmla="*/ 376 w 306"/>
                <a:gd name="connsiteY11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6" h="306">
                  <a:moveTo>
                    <a:pt x="376" y="713"/>
                  </a:moveTo>
                  <a:lnTo>
                    <a:pt x="376" y="866"/>
                  </a:lnTo>
                  <a:lnTo>
                    <a:pt x="223" y="866"/>
                  </a:lnTo>
                  <a:lnTo>
                    <a:pt x="223" y="713"/>
                  </a:lnTo>
                  <a:lnTo>
                    <a:pt x="223" y="866"/>
                  </a:lnTo>
                  <a:lnTo>
                    <a:pt x="70" y="866"/>
                  </a:lnTo>
                  <a:lnTo>
                    <a:pt x="70" y="560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376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xmlns="" id="{05892654-5D2E-9080-3765-29EFCD78BC17}"/>
                </a:ext>
              </a:extLst>
            </p:cNvPr>
            <p:cNvSpPr/>
            <p:nvPr/>
          </p:nvSpPr>
          <p:spPr>
            <a:xfrm>
              <a:off x="2440324" y="5487818"/>
              <a:ext cx="306" cy="306"/>
            </a:xfrm>
            <a:custGeom>
              <a:avLst/>
              <a:gdLst>
                <a:gd name="connsiteX0" fmla="*/ 376 w 306"/>
                <a:gd name="connsiteY0" fmla="*/ 713 h 306"/>
                <a:gd name="connsiteX1" fmla="*/ 223 w 306"/>
                <a:gd name="connsiteY1" fmla="*/ 713 h 306"/>
                <a:gd name="connsiteX2" fmla="*/ 223 w 306"/>
                <a:gd name="connsiteY2" fmla="*/ 866 h 306"/>
                <a:gd name="connsiteX3" fmla="*/ 376 w 306"/>
                <a:gd name="connsiteY3" fmla="*/ 866 h 306"/>
                <a:gd name="connsiteX4" fmla="*/ 223 w 306"/>
                <a:gd name="connsiteY4" fmla="*/ 866 h 306"/>
                <a:gd name="connsiteX5" fmla="*/ 70 w 306"/>
                <a:gd name="connsiteY5" fmla="*/ 866 h 306"/>
                <a:gd name="connsiteX6" fmla="*/ 70 w 306"/>
                <a:gd name="connsiteY6" fmla="*/ 713 h 306"/>
                <a:gd name="connsiteX7" fmla="*/ 223 w 306"/>
                <a:gd name="connsiteY7" fmla="*/ 560 h 306"/>
                <a:gd name="connsiteX8" fmla="*/ 223 w 306"/>
                <a:gd name="connsiteY8" fmla="*/ 713 h 306"/>
                <a:gd name="connsiteX9" fmla="*/ 376 w 306"/>
                <a:gd name="connsiteY9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" h="306">
                  <a:moveTo>
                    <a:pt x="376" y="713"/>
                  </a:moveTo>
                  <a:lnTo>
                    <a:pt x="223" y="713"/>
                  </a:lnTo>
                  <a:lnTo>
                    <a:pt x="223" y="866"/>
                  </a:lnTo>
                  <a:lnTo>
                    <a:pt x="376" y="866"/>
                  </a:lnTo>
                  <a:lnTo>
                    <a:pt x="223" y="866"/>
                  </a:lnTo>
                  <a:lnTo>
                    <a:pt x="70" y="866"/>
                  </a:lnTo>
                  <a:lnTo>
                    <a:pt x="70" y="713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376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xmlns="" id="{242AA87A-DEF2-C1C3-2F52-2BAAE0B4AF7D}"/>
                </a:ext>
              </a:extLst>
            </p:cNvPr>
            <p:cNvSpPr/>
            <p:nvPr/>
          </p:nvSpPr>
          <p:spPr>
            <a:xfrm>
              <a:off x="2440746" y="5487818"/>
              <a:ext cx="306" cy="306"/>
            </a:xfrm>
            <a:custGeom>
              <a:avLst/>
              <a:gdLst>
                <a:gd name="connsiteX0" fmla="*/ 70 w 306"/>
                <a:gd name="connsiteY0" fmla="*/ 560 h 306"/>
                <a:gd name="connsiteX1" fmla="*/ 223 w 306"/>
                <a:gd name="connsiteY1" fmla="*/ 560 h 306"/>
                <a:gd name="connsiteX2" fmla="*/ 376 w 306"/>
                <a:gd name="connsiteY2" fmla="*/ 713 h 306"/>
                <a:gd name="connsiteX3" fmla="*/ 376 w 306"/>
                <a:gd name="connsiteY3" fmla="*/ 560 h 306"/>
                <a:gd name="connsiteX4" fmla="*/ 376 w 306"/>
                <a:gd name="connsiteY4" fmla="*/ 866 h 306"/>
                <a:gd name="connsiteX5" fmla="*/ 223 w 306"/>
                <a:gd name="connsiteY5" fmla="*/ 866 h 306"/>
                <a:gd name="connsiteX6" fmla="*/ 223 w 306"/>
                <a:gd name="connsiteY6" fmla="*/ 713 h 306"/>
                <a:gd name="connsiteX7" fmla="*/ 223 w 306"/>
                <a:gd name="connsiteY7" fmla="*/ 866 h 306"/>
                <a:gd name="connsiteX8" fmla="*/ 70 w 306"/>
                <a:gd name="connsiteY8" fmla="*/ 866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6" h="306">
                  <a:moveTo>
                    <a:pt x="70" y="560"/>
                  </a:moveTo>
                  <a:lnTo>
                    <a:pt x="223" y="560"/>
                  </a:lnTo>
                  <a:lnTo>
                    <a:pt x="376" y="713"/>
                  </a:lnTo>
                  <a:lnTo>
                    <a:pt x="376" y="560"/>
                  </a:lnTo>
                  <a:lnTo>
                    <a:pt x="376" y="866"/>
                  </a:lnTo>
                  <a:lnTo>
                    <a:pt x="223" y="866"/>
                  </a:lnTo>
                  <a:lnTo>
                    <a:pt x="223" y="713"/>
                  </a:lnTo>
                  <a:lnTo>
                    <a:pt x="223" y="866"/>
                  </a:lnTo>
                  <a:lnTo>
                    <a:pt x="70" y="866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xmlns="" id="{F4ED3477-7C02-28D6-A65C-320515B5A53F}"/>
                </a:ext>
              </a:extLst>
            </p:cNvPr>
            <p:cNvSpPr/>
            <p:nvPr/>
          </p:nvSpPr>
          <p:spPr>
            <a:xfrm>
              <a:off x="2441128" y="5487818"/>
              <a:ext cx="306" cy="306"/>
            </a:xfrm>
            <a:custGeom>
              <a:avLst/>
              <a:gdLst>
                <a:gd name="connsiteX0" fmla="*/ 223 w 306"/>
                <a:gd name="connsiteY0" fmla="*/ 713 h 306"/>
                <a:gd name="connsiteX1" fmla="*/ 223 w 306"/>
                <a:gd name="connsiteY1" fmla="*/ 866 h 306"/>
                <a:gd name="connsiteX2" fmla="*/ 223 w 306"/>
                <a:gd name="connsiteY2" fmla="*/ 713 h 306"/>
                <a:gd name="connsiteX3" fmla="*/ 223 w 306"/>
                <a:gd name="connsiteY3" fmla="*/ 560 h 306"/>
                <a:gd name="connsiteX4" fmla="*/ 223 w 306"/>
                <a:gd name="connsiteY4" fmla="*/ 713 h 306"/>
                <a:gd name="connsiteX5" fmla="*/ 376 w 306"/>
                <a:gd name="connsiteY5" fmla="*/ 713 h 306"/>
                <a:gd name="connsiteX6" fmla="*/ 223 w 306"/>
                <a:gd name="connsiteY6" fmla="*/ 866 h 306"/>
                <a:gd name="connsiteX7" fmla="*/ 70 w 306"/>
                <a:gd name="connsiteY7" fmla="*/ 866 h 306"/>
                <a:gd name="connsiteX8" fmla="*/ 70 w 306"/>
                <a:gd name="connsiteY8" fmla="*/ 713 h 306"/>
                <a:gd name="connsiteX9" fmla="*/ 223 w 306"/>
                <a:gd name="connsiteY9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" h="306">
                  <a:moveTo>
                    <a:pt x="223" y="713"/>
                  </a:moveTo>
                  <a:lnTo>
                    <a:pt x="223" y="866"/>
                  </a:lnTo>
                  <a:lnTo>
                    <a:pt x="223" y="713"/>
                  </a:lnTo>
                  <a:close/>
                  <a:moveTo>
                    <a:pt x="223" y="560"/>
                  </a:moveTo>
                  <a:lnTo>
                    <a:pt x="223" y="713"/>
                  </a:lnTo>
                  <a:lnTo>
                    <a:pt x="376" y="713"/>
                  </a:lnTo>
                  <a:cubicBezTo>
                    <a:pt x="376" y="828"/>
                    <a:pt x="300" y="866"/>
                    <a:pt x="223" y="866"/>
                  </a:cubicBezTo>
                  <a:lnTo>
                    <a:pt x="70" y="866"/>
                  </a:lnTo>
                  <a:lnTo>
                    <a:pt x="70" y="713"/>
                  </a:lnTo>
                  <a:lnTo>
                    <a:pt x="223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xmlns="" id="{B2E413E5-766A-DC28-74D5-441CAE767477}"/>
                </a:ext>
              </a:extLst>
            </p:cNvPr>
            <p:cNvSpPr/>
            <p:nvPr/>
          </p:nvSpPr>
          <p:spPr>
            <a:xfrm>
              <a:off x="2441434" y="5487818"/>
              <a:ext cx="306" cy="306"/>
            </a:xfrm>
            <a:custGeom>
              <a:avLst/>
              <a:gdLst>
                <a:gd name="connsiteX0" fmla="*/ 70 w 306"/>
                <a:gd name="connsiteY0" fmla="*/ 713 h 306"/>
                <a:gd name="connsiteX1" fmla="*/ 70 w 306"/>
                <a:gd name="connsiteY1" fmla="*/ 560 h 306"/>
                <a:gd name="connsiteX2" fmla="*/ 223 w 306"/>
                <a:gd name="connsiteY2" fmla="*/ 560 h 306"/>
                <a:gd name="connsiteX3" fmla="*/ 223 w 306"/>
                <a:gd name="connsiteY3" fmla="*/ 713 h 306"/>
                <a:gd name="connsiteX4" fmla="*/ 223 w 306"/>
                <a:gd name="connsiteY4" fmla="*/ 866 h 306"/>
                <a:gd name="connsiteX5" fmla="*/ 223 w 306"/>
                <a:gd name="connsiteY5" fmla="*/ 713 h 306"/>
                <a:gd name="connsiteX6" fmla="*/ 223 w 306"/>
                <a:gd name="connsiteY6" fmla="*/ 560 h 306"/>
                <a:gd name="connsiteX7" fmla="*/ 376 w 306"/>
                <a:gd name="connsiteY7" fmla="*/ 560 h 306"/>
                <a:gd name="connsiteX8" fmla="*/ 376 w 306"/>
                <a:gd name="connsiteY8" fmla="*/ 866 h 306"/>
                <a:gd name="connsiteX9" fmla="*/ 223 w 306"/>
                <a:gd name="connsiteY9" fmla="*/ 866 h 306"/>
                <a:gd name="connsiteX10" fmla="*/ 70 w 306"/>
                <a:gd name="connsiteY10" fmla="*/ 866 h 306"/>
                <a:gd name="connsiteX11" fmla="*/ 70 w 306"/>
                <a:gd name="connsiteY11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6" h="306">
                  <a:moveTo>
                    <a:pt x="70" y="713"/>
                  </a:moveTo>
                  <a:lnTo>
                    <a:pt x="70" y="560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223" y="866"/>
                  </a:lnTo>
                  <a:lnTo>
                    <a:pt x="223" y="713"/>
                  </a:lnTo>
                  <a:lnTo>
                    <a:pt x="223" y="560"/>
                  </a:lnTo>
                  <a:lnTo>
                    <a:pt x="376" y="560"/>
                  </a:lnTo>
                  <a:lnTo>
                    <a:pt x="376" y="866"/>
                  </a:lnTo>
                  <a:lnTo>
                    <a:pt x="223" y="866"/>
                  </a:lnTo>
                  <a:lnTo>
                    <a:pt x="70" y="866"/>
                  </a:lnTo>
                  <a:lnTo>
                    <a:pt x="70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xmlns="" id="{D3DC606F-30BF-EEDA-A31C-7C121EEF7279}"/>
                </a:ext>
              </a:extLst>
            </p:cNvPr>
            <p:cNvSpPr/>
            <p:nvPr/>
          </p:nvSpPr>
          <p:spPr>
            <a:xfrm>
              <a:off x="2441740" y="5487818"/>
              <a:ext cx="306" cy="306"/>
            </a:xfrm>
            <a:custGeom>
              <a:avLst/>
              <a:gdLst>
                <a:gd name="connsiteX0" fmla="*/ 376 w 306"/>
                <a:gd name="connsiteY0" fmla="*/ 713 h 306"/>
                <a:gd name="connsiteX1" fmla="*/ 376 w 306"/>
                <a:gd name="connsiteY1" fmla="*/ 866 h 306"/>
                <a:gd name="connsiteX2" fmla="*/ 223 w 306"/>
                <a:gd name="connsiteY2" fmla="*/ 866 h 306"/>
                <a:gd name="connsiteX3" fmla="*/ 223 w 306"/>
                <a:gd name="connsiteY3" fmla="*/ 713 h 306"/>
                <a:gd name="connsiteX4" fmla="*/ 223 w 306"/>
                <a:gd name="connsiteY4" fmla="*/ 866 h 306"/>
                <a:gd name="connsiteX5" fmla="*/ 70 w 306"/>
                <a:gd name="connsiteY5" fmla="*/ 866 h 306"/>
                <a:gd name="connsiteX6" fmla="*/ 70 w 306"/>
                <a:gd name="connsiteY6" fmla="*/ 560 h 306"/>
                <a:gd name="connsiteX7" fmla="*/ 223 w 306"/>
                <a:gd name="connsiteY7" fmla="*/ 560 h 306"/>
                <a:gd name="connsiteX8" fmla="*/ 223 w 306"/>
                <a:gd name="connsiteY8" fmla="*/ 713 h 306"/>
                <a:gd name="connsiteX9" fmla="*/ 223 w 306"/>
                <a:gd name="connsiteY9" fmla="*/ 560 h 306"/>
                <a:gd name="connsiteX10" fmla="*/ 223 w 306"/>
                <a:gd name="connsiteY10" fmla="*/ 713 h 306"/>
                <a:gd name="connsiteX11" fmla="*/ 376 w 306"/>
                <a:gd name="connsiteY11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6" h="306">
                  <a:moveTo>
                    <a:pt x="376" y="713"/>
                  </a:moveTo>
                  <a:lnTo>
                    <a:pt x="376" y="866"/>
                  </a:lnTo>
                  <a:lnTo>
                    <a:pt x="223" y="866"/>
                  </a:lnTo>
                  <a:lnTo>
                    <a:pt x="223" y="713"/>
                  </a:lnTo>
                  <a:lnTo>
                    <a:pt x="223" y="866"/>
                  </a:lnTo>
                  <a:lnTo>
                    <a:pt x="70" y="866"/>
                  </a:lnTo>
                  <a:lnTo>
                    <a:pt x="70" y="560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376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xmlns="" id="{B710AB49-00D4-8042-27FD-D5205830A960}"/>
                </a:ext>
              </a:extLst>
            </p:cNvPr>
            <p:cNvSpPr/>
            <p:nvPr/>
          </p:nvSpPr>
          <p:spPr>
            <a:xfrm>
              <a:off x="2442161" y="5487818"/>
              <a:ext cx="306" cy="306"/>
            </a:xfrm>
            <a:custGeom>
              <a:avLst/>
              <a:gdLst>
                <a:gd name="connsiteX0" fmla="*/ 70 w 306"/>
                <a:gd name="connsiteY0" fmla="*/ 560 h 306"/>
                <a:gd name="connsiteX1" fmla="*/ 223 w 306"/>
                <a:gd name="connsiteY1" fmla="*/ 560 h 306"/>
                <a:gd name="connsiteX2" fmla="*/ 377 w 306"/>
                <a:gd name="connsiteY2" fmla="*/ 560 h 306"/>
                <a:gd name="connsiteX3" fmla="*/ 377 w 306"/>
                <a:gd name="connsiteY3" fmla="*/ 713 h 306"/>
                <a:gd name="connsiteX4" fmla="*/ 223 w 306"/>
                <a:gd name="connsiteY4" fmla="*/ 713 h 306"/>
                <a:gd name="connsiteX5" fmla="*/ 223 w 306"/>
                <a:gd name="connsiteY5" fmla="*/ 866 h 306"/>
                <a:gd name="connsiteX6" fmla="*/ 70 w 306"/>
                <a:gd name="connsiteY6" fmla="*/ 866 h 306"/>
                <a:gd name="connsiteX7" fmla="*/ 223 w 306"/>
                <a:gd name="connsiteY7" fmla="*/ 560 h 306"/>
                <a:gd name="connsiteX8" fmla="*/ 223 w 306"/>
                <a:gd name="connsiteY8" fmla="*/ 713 h 306"/>
                <a:gd name="connsiteX9" fmla="*/ 223 w 306"/>
                <a:gd name="connsiteY9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" h="306">
                  <a:moveTo>
                    <a:pt x="70" y="560"/>
                  </a:moveTo>
                  <a:lnTo>
                    <a:pt x="223" y="560"/>
                  </a:lnTo>
                  <a:lnTo>
                    <a:pt x="377" y="560"/>
                  </a:lnTo>
                  <a:lnTo>
                    <a:pt x="377" y="713"/>
                  </a:lnTo>
                  <a:lnTo>
                    <a:pt x="223" y="713"/>
                  </a:lnTo>
                  <a:lnTo>
                    <a:pt x="223" y="866"/>
                  </a:lnTo>
                  <a:lnTo>
                    <a:pt x="70" y="866"/>
                  </a:lnTo>
                  <a:close/>
                  <a:moveTo>
                    <a:pt x="223" y="560"/>
                  </a:moveTo>
                  <a:lnTo>
                    <a:pt x="223" y="713"/>
                  </a:lnTo>
                  <a:lnTo>
                    <a:pt x="223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xmlns="" id="{19696F09-8340-D95A-56EB-F63B096DCABF}"/>
                </a:ext>
              </a:extLst>
            </p:cNvPr>
            <p:cNvSpPr/>
            <p:nvPr/>
          </p:nvSpPr>
          <p:spPr>
            <a:xfrm>
              <a:off x="2442505" y="5487818"/>
              <a:ext cx="153" cy="306"/>
            </a:xfrm>
            <a:custGeom>
              <a:avLst/>
              <a:gdLst>
                <a:gd name="connsiteX0" fmla="*/ 223 w 153"/>
                <a:gd name="connsiteY0" fmla="*/ 713 h 306"/>
                <a:gd name="connsiteX1" fmla="*/ 223 w 153"/>
                <a:gd name="connsiteY1" fmla="*/ 866 h 306"/>
                <a:gd name="connsiteX2" fmla="*/ 70 w 153"/>
                <a:gd name="connsiteY2" fmla="*/ 866 h 306"/>
                <a:gd name="connsiteX3" fmla="*/ 70 w 153"/>
                <a:gd name="connsiteY3" fmla="*/ 560 h 306"/>
                <a:gd name="connsiteX4" fmla="*/ 223 w 153"/>
                <a:gd name="connsiteY4" fmla="*/ 560 h 306"/>
                <a:gd name="connsiteX5" fmla="*/ 223 w 153"/>
                <a:gd name="connsiteY5" fmla="*/ 713 h 306"/>
                <a:gd name="connsiteX6" fmla="*/ 223 w 153"/>
                <a:gd name="connsiteY6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" h="306">
                  <a:moveTo>
                    <a:pt x="223" y="713"/>
                  </a:moveTo>
                  <a:lnTo>
                    <a:pt x="223" y="866"/>
                  </a:lnTo>
                  <a:lnTo>
                    <a:pt x="70" y="866"/>
                  </a:lnTo>
                  <a:lnTo>
                    <a:pt x="70" y="560"/>
                  </a:lnTo>
                  <a:lnTo>
                    <a:pt x="223" y="560"/>
                  </a:lnTo>
                  <a:lnTo>
                    <a:pt x="223" y="713"/>
                  </a:lnTo>
                  <a:lnTo>
                    <a:pt x="223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xmlns="" id="{4E3926F1-F720-7B2C-0BB0-A1C891F15A5F}"/>
                </a:ext>
              </a:extLst>
            </p:cNvPr>
            <p:cNvSpPr/>
            <p:nvPr/>
          </p:nvSpPr>
          <p:spPr>
            <a:xfrm>
              <a:off x="2442697" y="5487818"/>
              <a:ext cx="306" cy="306"/>
            </a:xfrm>
            <a:custGeom>
              <a:avLst/>
              <a:gdLst>
                <a:gd name="connsiteX0" fmla="*/ 224 w 306"/>
                <a:gd name="connsiteY0" fmla="*/ 713 h 306"/>
                <a:gd name="connsiteX1" fmla="*/ 224 w 306"/>
                <a:gd name="connsiteY1" fmla="*/ 866 h 306"/>
                <a:gd name="connsiteX2" fmla="*/ 224 w 306"/>
                <a:gd name="connsiteY2" fmla="*/ 713 h 306"/>
                <a:gd name="connsiteX3" fmla="*/ 224 w 306"/>
                <a:gd name="connsiteY3" fmla="*/ 560 h 306"/>
                <a:gd name="connsiteX4" fmla="*/ 224 w 306"/>
                <a:gd name="connsiteY4" fmla="*/ 713 h 306"/>
                <a:gd name="connsiteX5" fmla="*/ 377 w 306"/>
                <a:gd name="connsiteY5" fmla="*/ 713 h 306"/>
                <a:gd name="connsiteX6" fmla="*/ 224 w 306"/>
                <a:gd name="connsiteY6" fmla="*/ 866 h 306"/>
                <a:gd name="connsiteX7" fmla="*/ 70 w 306"/>
                <a:gd name="connsiteY7" fmla="*/ 866 h 306"/>
                <a:gd name="connsiteX8" fmla="*/ 70 w 306"/>
                <a:gd name="connsiteY8" fmla="*/ 713 h 306"/>
                <a:gd name="connsiteX9" fmla="*/ 224 w 306"/>
                <a:gd name="connsiteY9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" h="306">
                  <a:moveTo>
                    <a:pt x="224" y="713"/>
                  </a:moveTo>
                  <a:lnTo>
                    <a:pt x="224" y="866"/>
                  </a:lnTo>
                  <a:lnTo>
                    <a:pt x="224" y="713"/>
                  </a:lnTo>
                  <a:close/>
                  <a:moveTo>
                    <a:pt x="224" y="560"/>
                  </a:moveTo>
                  <a:lnTo>
                    <a:pt x="224" y="713"/>
                  </a:lnTo>
                  <a:lnTo>
                    <a:pt x="377" y="713"/>
                  </a:lnTo>
                  <a:cubicBezTo>
                    <a:pt x="377" y="828"/>
                    <a:pt x="300" y="866"/>
                    <a:pt x="224" y="866"/>
                  </a:cubicBezTo>
                  <a:lnTo>
                    <a:pt x="70" y="866"/>
                  </a:lnTo>
                  <a:lnTo>
                    <a:pt x="70" y="713"/>
                  </a:lnTo>
                  <a:lnTo>
                    <a:pt x="224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xmlns="" id="{263127F7-B2EB-AE17-23AC-B13EB04BE66F}"/>
                </a:ext>
              </a:extLst>
            </p:cNvPr>
            <p:cNvSpPr/>
            <p:nvPr/>
          </p:nvSpPr>
          <p:spPr>
            <a:xfrm>
              <a:off x="2443003" y="5487818"/>
              <a:ext cx="153" cy="459"/>
            </a:xfrm>
            <a:custGeom>
              <a:avLst/>
              <a:gdLst>
                <a:gd name="connsiteX0" fmla="*/ 70 w 153"/>
                <a:gd name="connsiteY0" fmla="*/ 560 h 459"/>
                <a:gd name="connsiteX1" fmla="*/ 224 w 153"/>
                <a:gd name="connsiteY1" fmla="*/ 560 h 459"/>
                <a:gd name="connsiteX2" fmla="*/ 224 w 153"/>
                <a:gd name="connsiteY2" fmla="*/ 866 h 459"/>
                <a:gd name="connsiteX3" fmla="*/ 70 w 153"/>
                <a:gd name="connsiteY3" fmla="*/ 866 h 459"/>
                <a:gd name="connsiteX4" fmla="*/ 70 w 153"/>
                <a:gd name="connsiteY4" fmla="*/ 1019 h 459"/>
                <a:gd name="connsiteX5" fmla="*/ 70 w 153"/>
                <a:gd name="connsiteY5" fmla="*/ 560 h 459"/>
                <a:gd name="connsiteX6" fmla="*/ 224 w 153"/>
                <a:gd name="connsiteY6" fmla="*/ 560 h 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" h="459">
                  <a:moveTo>
                    <a:pt x="70" y="560"/>
                  </a:moveTo>
                  <a:lnTo>
                    <a:pt x="224" y="560"/>
                  </a:lnTo>
                  <a:lnTo>
                    <a:pt x="224" y="866"/>
                  </a:lnTo>
                  <a:lnTo>
                    <a:pt x="70" y="866"/>
                  </a:lnTo>
                  <a:lnTo>
                    <a:pt x="70" y="1019"/>
                  </a:lnTo>
                  <a:close/>
                  <a:moveTo>
                    <a:pt x="70" y="560"/>
                  </a:moveTo>
                  <a:lnTo>
                    <a:pt x="224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xmlns="" id="{DAA95148-6B86-60EF-32AD-9B4030B8B03F}"/>
                </a:ext>
              </a:extLst>
            </p:cNvPr>
            <p:cNvSpPr/>
            <p:nvPr/>
          </p:nvSpPr>
          <p:spPr>
            <a:xfrm>
              <a:off x="2443157" y="5487818"/>
              <a:ext cx="306" cy="306"/>
            </a:xfrm>
            <a:custGeom>
              <a:avLst/>
              <a:gdLst>
                <a:gd name="connsiteX0" fmla="*/ 377 w 306"/>
                <a:gd name="connsiteY0" fmla="*/ 713 h 306"/>
                <a:gd name="connsiteX1" fmla="*/ 224 w 306"/>
                <a:gd name="connsiteY1" fmla="*/ 713 h 306"/>
                <a:gd name="connsiteX2" fmla="*/ 224 w 306"/>
                <a:gd name="connsiteY2" fmla="*/ 866 h 306"/>
                <a:gd name="connsiteX3" fmla="*/ 377 w 306"/>
                <a:gd name="connsiteY3" fmla="*/ 866 h 306"/>
                <a:gd name="connsiteX4" fmla="*/ 224 w 306"/>
                <a:gd name="connsiteY4" fmla="*/ 866 h 306"/>
                <a:gd name="connsiteX5" fmla="*/ 70 w 306"/>
                <a:gd name="connsiteY5" fmla="*/ 866 h 306"/>
                <a:gd name="connsiteX6" fmla="*/ 70 w 306"/>
                <a:gd name="connsiteY6" fmla="*/ 713 h 306"/>
                <a:gd name="connsiteX7" fmla="*/ 224 w 306"/>
                <a:gd name="connsiteY7" fmla="*/ 560 h 306"/>
                <a:gd name="connsiteX8" fmla="*/ 224 w 306"/>
                <a:gd name="connsiteY8" fmla="*/ 713 h 306"/>
                <a:gd name="connsiteX9" fmla="*/ 377 w 306"/>
                <a:gd name="connsiteY9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" h="306">
                  <a:moveTo>
                    <a:pt x="377" y="713"/>
                  </a:moveTo>
                  <a:lnTo>
                    <a:pt x="224" y="713"/>
                  </a:lnTo>
                  <a:lnTo>
                    <a:pt x="224" y="866"/>
                  </a:lnTo>
                  <a:lnTo>
                    <a:pt x="377" y="866"/>
                  </a:lnTo>
                  <a:lnTo>
                    <a:pt x="224" y="866"/>
                  </a:lnTo>
                  <a:lnTo>
                    <a:pt x="70" y="866"/>
                  </a:lnTo>
                  <a:lnTo>
                    <a:pt x="70" y="713"/>
                  </a:lnTo>
                  <a:lnTo>
                    <a:pt x="224" y="560"/>
                  </a:lnTo>
                  <a:lnTo>
                    <a:pt x="224" y="713"/>
                  </a:lnTo>
                  <a:lnTo>
                    <a:pt x="377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xmlns="" id="{C6EFF4B5-4AC0-A814-CA2B-F497A47AE0BF}"/>
                </a:ext>
              </a:extLst>
            </p:cNvPr>
            <p:cNvSpPr/>
            <p:nvPr/>
          </p:nvSpPr>
          <p:spPr>
            <a:xfrm>
              <a:off x="2443424" y="5487818"/>
              <a:ext cx="153" cy="306"/>
            </a:xfrm>
            <a:custGeom>
              <a:avLst/>
              <a:gdLst>
                <a:gd name="connsiteX0" fmla="*/ 224 w 153"/>
                <a:gd name="connsiteY0" fmla="*/ 713 h 306"/>
                <a:gd name="connsiteX1" fmla="*/ 224 w 153"/>
                <a:gd name="connsiteY1" fmla="*/ 866 h 306"/>
                <a:gd name="connsiteX2" fmla="*/ 71 w 153"/>
                <a:gd name="connsiteY2" fmla="*/ 866 h 306"/>
                <a:gd name="connsiteX3" fmla="*/ 71 w 153"/>
                <a:gd name="connsiteY3" fmla="*/ 713 h 306"/>
                <a:gd name="connsiteX4" fmla="*/ 224 w 153"/>
                <a:gd name="connsiteY4" fmla="*/ 560 h 306"/>
                <a:gd name="connsiteX5" fmla="*/ 224 w 153"/>
                <a:gd name="connsiteY5" fmla="*/ 713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" h="306">
                  <a:moveTo>
                    <a:pt x="224" y="713"/>
                  </a:moveTo>
                  <a:lnTo>
                    <a:pt x="224" y="866"/>
                  </a:lnTo>
                  <a:lnTo>
                    <a:pt x="71" y="866"/>
                  </a:lnTo>
                  <a:lnTo>
                    <a:pt x="71" y="713"/>
                  </a:lnTo>
                  <a:lnTo>
                    <a:pt x="224" y="560"/>
                  </a:lnTo>
                  <a:lnTo>
                    <a:pt x="224" y="713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xmlns="" id="{171D6BC6-D29F-C104-C928-47F43E5D110C}"/>
                </a:ext>
              </a:extLst>
            </p:cNvPr>
            <p:cNvSpPr/>
            <p:nvPr/>
          </p:nvSpPr>
          <p:spPr>
            <a:xfrm>
              <a:off x="2443692" y="5487818"/>
              <a:ext cx="153" cy="306"/>
            </a:xfrm>
            <a:custGeom>
              <a:avLst/>
              <a:gdLst>
                <a:gd name="connsiteX0" fmla="*/ 224 w 153"/>
                <a:gd name="connsiteY0" fmla="*/ 560 h 306"/>
                <a:gd name="connsiteX1" fmla="*/ 224 w 153"/>
                <a:gd name="connsiteY1" fmla="*/ 713 h 306"/>
                <a:gd name="connsiteX2" fmla="*/ 224 w 153"/>
                <a:gd name="connsiteY2" fmla="*/ 866 h 306"/>
                <a:gd name="connsiteX3" fmla="*/ 71 w 153"/>
                <a:gd name="connsiteY3" fmla="*/ 866 h 306"/>
                <a:gd name="connsiteX4" fmla="*/ 71 w 153"/>
                <a:gd name="connsiteY4" fmla="*/ 713 h 306"/>
                <a:gd name="connsiteX5" fmla="*/ 71 w 153"/>
                <a:gd name="connsiteY5" fmla="*/ 560 h 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" h="306">
                  <a:moveTo>
                    <a:pt x="224" y="560"/>
                  </a:moveTo>
                  <a:lnTo>
                    <a:pt x="224" y="713"/>
                  </a:lnTo>
                  <a:lnTo>
                    <a:pt x="224" y="866"/>
                  </a:lnTo>
                  <a:lnTo>
                    <a:pt x="71" y="866"/>
                  </a:lnTo>
                  <a:lnTo>
                    <a:pt x="71" y="713"/>
                  </a:lnTo>
                  <a:lnTo>
                    <a:pt x="71" y="560"/>
                  </a:lnTo>
                  <a:close/>
                </a:path>
              </a:pathLst>
            </a:custGeom>
            <a:solidFill>
              <a:srgbClr val="000000"/>
            </a:solidFill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xmlns="" id="{F51696B9-DCD0-BBAC-61AF-70BC84FF1895}"/>
              </a:ext>
            </a:extLst>
          </p:cNvPr>
          <p:cNvGrpSpPr/>
          <p:nvPr/>
        </p:nvGrpSpPr>
        <p:grpSpPr>
          <a:xfrm>
            <a:off x="8475811" y="2603604"/>
            <a:ext cx="251593" cy="357524"/>
            <a:chOff x="13122395" y="134336"/>
            <a:chExt cx="3681393" cy="5231421"/>
          </a:xfrm>
          <a:solidFill>
            <a:srgbClr val="187E35"/>
          </a:solidFill>
        </p:grpSpPr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xmlns="" id="{B931C7D4-EDB0-B83E-B39F-48F89D8DBF1E}"/>
                </a:ext>
              </a:extLst>
            </p:cNvPr>
            <p:cNvSpPr/>
            <p:nvPr/>
          </p:nvSpPr>
          <p:spPr>
            <a:xfrm>
              <a:off x="15020690" y="1876358"/>
              <a:ext cx="799891" cy="1171426"/>
            </a:xfrm>
            <a:custGeom>
              <a:avLst/>
              <a:gdLst>
                <a:gd name="connsiteX0" fmla="*/ 0 w 799891"/>
                <a:gd name="connsiteY0" fmla="*/ 197501 h 1171426"/>
                <a:gd name="connsiteX1" fmla="*/ 784536 w 799891"/>
                <a:gd name="connsiteY1" fmla="*/ 1168603 h 1171426"/>
                <a:gd name="connsiteX2" fmla="*/ 334631 w 799891"/>
                <a:gd name="connsiteY2" fmla="*/ 0 h 1171426"/>
                <a:gd name="connsiteX3" fmla="*/ 0 w 799891"/>
                <a:gd name="connsiteY3" fmla="*/ 197510 h 117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9891" h="1171426">
                  <a:moveTo>
                    <a:pt x="0" y="197501"/>
                  </a:moveTo>
                  <a:cubicBezTo>
                    <a:pt x="252394" y="608981"/>
                    <a:pt x="696783" y="1217971"/>
                    <a:pt x="784536" y="1168603"/>
                  </a:cubicBezTo>
                  <a:cubicBezTo>
                    <a:pt x="872328" y="1119235"/>
                    <a:pt x="565099" y="427920"/>
                    <a:pt x="334631" y="0"/>
                  </a:cubicBezTo>
                  <a:cubicBezTo>
                    <a:pt x="257861" y="109718"/>
                    <a:pt x="137160" y="181051"/>
                    <a:pt x="0" y="197510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xmlns="" id="{90F34060-9AC6-F108-1F5B-D3B582D3C7AE}"/>
                </a:ext>
              </a:extLst>
            </p:cNvPr>
            <p:cNvSpPr/>
            <p:nvPr/>
          </p:nvSpPr>
          <p:spPr>
            <a:xfrm>
              <a:off x="13286987" y="1399012"/>
              <a:ext cx="1234440" cy="384087"/>
            </a:xfrm>
            <a:custGeom>
              <a:avLst/>
              <a:gdLst>
                <a:gd name="connsiteX0" fmla="*/ 0 w 1234440"/>
                <a:gd name="connsiteY0" fmla="*/ 192044 h 384087"/>
                <a:gd name="connsiteX1" fmla="*/ 1234440 w 1234440"/>
                <a:gd name="connsiteY1" fmla="*/ 384087 h 384087"/>
                <a:gd name="connsiteX2" fmla="*/ 1196016 w 1234440"/>
                <a:gd name="connsiteY2" fmla="*/ 192044 h 384087"/>
                <a:gd name="connsiteX3" fmla="*/ 1234440 w 1234440"/>
                <a:gd name="connsiteY3" fmla="*/ 0 h 384087"/>
                <a:gd name="connsiteX4" fmla="*/ 0 w 1234440"/>
                <a:gd name="connsiteY4" fmla="*/ 192044 h 38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4440" h="384087">
                  <a:moveTo>
                    <a:pt x="0" y="192044"/>
                  </a:moveTo>
                  <a:cubicBezTo>
                    <a:pt x="0" y="290779"/>
                    <a:pt x="751627" y="373095"/>
                    <a:pt x="1234440" y="384087"/>
                  </a:cubicBezTo>
                  <a:cubicBezTo>
                    <a:pt x="1206998" y="323737"/>
                    <a:pt x="1196016" y="257910"/>
                    <a:pt x="1196016" y="192044"/>
                  </a:cubicBezTo>
                  <a:cubicBezTo>
                    <a:pt x="1196016" y="120711"/>
                    <a:pt x="1212475" y="60360"/>
                    <a:pt x="1234440" y="0"/>
                  </a:cubicBezTo>
                  <a:cubicBezTo>
                    <a:pt x="751627" y="11022"/>
                    <a:pt x="0" y="93298"/>
                    <a:pt x="0" y="192044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xmlns="" id="{B764CAF7-32D1-D7F1-F9A8-1F77907D339C}"/>
                </a:ext>
              </a:extLst>
            </p:cNvPr>
            <p:cNvSpPr/>
            <p:nvPr/>
          </p:nvSpPr>
          <p:spPr>
            <a:xfrm>
              <a:off x="15020690" y="134336"/>
              <a:ext cx="799918" cy="1171445"/>
            </a:xfrm>
            <a:custGeom>
              <a:avLst/>
              <a:gdLst>
                <a:gd name="connsiteX0" fmla="*/ 334670 w 799918"/>
                <a:gd name="connsiteY0" fmla="*/ 1171426 h 1171445"/>
                <a:gd name="connsiteX1" fmla="*/ 784575 w 799918"/>
                <a:gd name="connsiteY1" fmla="*/ 2823 h 1171445"/>
                <a:gd name="connsiteX2" fmla="*/ 0 w 799918"/>
                <a:gd name="connsiteY2" fmla="*/ 979402 h 1171445"/>
                <a:gd name="connsiteX3" fmla="*/ 334670 w 799918"/>
                <a:gd name="connsiteY3" fmla="*/ 1171446 h 1171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9918" h="1171445">
                  <a:moveTo>
                    <a:pt x="334670" y="1171426"/>
                  </a:moveTo>
                  <a:cubicBezTo>
                    <a:pt x="565099" y="748964"/>
                    <a:pt x="872328" y="57687"/>
                    <a:pt x="784575" y="2823"/>
                  </a:cubicBezTo>
                  <a:cubicBezTo>
                    <a:pt x="696743" y="-46546"/>
                    <a:pt x="252355" y="562446"/>
                    <a:pt x="0" y="979402"/>
                  </a:cubicBezTo>
                  <a:cubicBezTo>
                    <a:pt x="137160" y="995862"/>
                    <a:pt x="257861" y="1067195"/>
                    <a:pt x="334670" y="1171446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xmlns="" id="{0BE823CE-52C5-FB01-2C93-F2C087C74889}"/>
                </a:ext>
              </a:extLst>
            </p:cNvPr>
            <p:cNvSpPr/>
            <p:nvPr/>
          </p:nvSpPr>
          <p:spPr>
            <a:xfrm>
              <a:off x="14658607" y="1283827"/>
              <a:ext cx="614457" cy="614496"/>
            </a:xfrm>
            <a:custGeom>
              <a:avLst/>
              <a:gdLst>
                <a:gd name="connsiteX0" fmla="*/ 614457 w 614457"/>
                <a:gd name="connsiteY0" fmla="*/ 307229 h 614496"/>
                <a:gd name="connsiteX1" fmla="*/ 307229 w 614457"/>
                <a:gd name="connsiteY1" fmla="*/ 614496 h 614496"/>
                <a:gd name="connsiteX2" fmla="*/ 0 w 614457"/>
                <a:gd name="connsiteY2" fmla="*/ 307229 h 614496"/>
                <a:gd name="connsiteX3" fmla="*/ 307229 w 614457"/>
                <a:gd name="connsiteY3" fmla="*/ 0 h 614496"/>
                <a:gd name="connsiteX4" fmla="*/ 614457 w 614457"/>
                <a:gd name="connsiteY4" fmla="*/ 307229 h 614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457" h="614496">
                  <a:moveTo>
                    <a:pt x="614457" y="307229"/>
                  </a:moveTo>
                  <a:cubicBezTo>
                    <a:pt x="614457" y="476915"/>
                    <a:pt x="476915" y="614496"/>
                    <a:pt x="307229" y="614496"/>
                  </a:cubicBezTo>
                  <a:cubicBezTo>
                    <a:pt x="137542" y="614496"/>
                    <a:pt x="0" y="476915"/>
                    <a:pt x="0" y="307229"/>
                  </a:cubicBezTo>
                  <a:cubicBezTo>
                    <a:pt x="0" y="137581"/>
                    <a:pt x="137542" y="0"/>
                    <a:pt x="307229" y="0"/>
                  </a:cubicBezTo>
                  <a:cubicBezTo>
                    <a:pt x="476915" y="0"/>
                    <a:pt x="614457" y="137581"/>
                    <a:pt x="614457" y="307229"/>
                  </a:cubicBezTo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xmlns="" id="{2E809BC4-5783-576C-BE14-57FE4CA82B24}"/>
                </a:ext>
              </a:extLst>
            </p:cNvPr>
            <p:cNvSpPr/>
            <p:nvPr/>
          </p:nvSpPr>
          <p:spPr>
            <a:xfrm>
              <a:off x="13742358" y="581552"/>
              <a:ext cx="1025898" cy="471787"/>
            </a:xfrm>
            <a:custGeom>
              <a:avLst/>
              <a:gdLst>
                <a:gd name="connsiteX0" fmla="*/ 790042 w 1025898"/>
                <a:gd name="connsiteY0" fmla="*/ 175580 h 471787"/>
                <a:gd name="connsiteX1" fmla="*/ 855869 w 1025898"/>
                <a:gd name="connsiteY1" fmla="*/ 241406 h 471787"/>
                <a:gd name="connsiteX2" fmla="*/ 790042 w 1025898"/>
                <a:gd name="connsiteY2" fmla="*/ 307231 h 471787"/>
                <a:gd name="connsiteX3" fmla="*/ 82277 w 1025898"/>
                <a:gd name="connsiteY3" fmla="*/ 307231 h 471787"/>
                <a:gd name="connsiteX4" fmla="*/ 0 w 1025898"/>
                <a:gd name="connsiteY4" fmla="*/ 389511 h 471787"/>
                <a:gd name="connsiteX5" fmla="*/ 82277 w 1025898"/>
                <a:gd name="connsiteY5" fmla="*/ 471787 h 471787"/>
                <a:gd name="connsiteX6" fmla="*/ 790003 w 1025898"/>
                <a:gd name="connsiteY6" fmla="*/ 471787 h 471787"/>
                <a:gd name="connsiteX7" fmla="*/ 1025898 w 1025898"/>
                <a:gd name="connsiteY7" fmla="*/ 235896 h 471787"/>
                <a:gd name="connsiteX8" fmla="*/ 790003 w 1025898"/>
                <a:gd name="connsiteY8" fmla="*/ 0 h 471787"/>
                <a:gd name="connsiteX9" fmla="*/ 707726 w 1025898"/>
                <a:gd name="connsiteY9" fmla="*/ 82280 h 471787"/>
                <a:gd name="connsiteX10" fmla="*/ 790042 w 1025898"/>
                <a:gd name="connsiteY10" fmla="*/ 175582 h 47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5898" h="471787">
                  <a:moveTo>
                    <a:pt x="790042" y="175580"/>
                  </a:moveTo>
                  <a:cubicBezTo>
                    <a:pt x="828466" y="175580"/>
                    <a:pt x="855869" y="208493"/>
                    <a:pt x="855869" y="241406"/>
                  </a:cubicBezTo>
                  <a:cubicBezTo>
                    <a:pt x="855869" y="279829"/>
                    <a:pt x="822950" y="307231"/>
                    <a:pt x="790042" y="307231"/>
                  </a:cubicBezTo>
                  <a:lnTo>
                    <a:pt x="82277" y="307231"/>
                  </a:lnTo>
                  <a:cubicBezTo>
                    <a:pt x="32909" y="307231"/>
                    <a:pt x="0" y="345654"/>
                    <a:pt x="0" y="389511"/>
                  </a:cubicBezTo>
                  <a:cubicBezTo>
                    <a:pt x="0" y="433412"/>
                    <a:pt x="38425" y="471787"/>
                    <a:pt x="82277" y="471787"/>
                  </a:cubicBezTo>
                  <a:lnTo>
                    <a:pt x="790003" y="471787"/>
                  </a:lnTo>
                  <a:cubicBezTo>
                    <a:pt x="921686" y="471787"/>
                    <a:pt x="1025898" y="367540"/>
                    <a:pt x="1025898" y="235896"/>
                  </a:cubicBezTo>
                  <a:cubicBezTo>
                    <a:pt x="1025898" y="104212"/>
                    <a:pt x="921647" y="0"/>
                    <a:pt x="790003" y="0"/>
                  </a:cubicBezTo>
                  <a:cubicBezTo>
                    <a:pt x="740635" y="0"/>
                    <a:pt x="707726" y="38423"/>
                    <a:pt x="707726" y="82280"/>
                  </a:cubicBezTo>
                  <a:cubicBezTo>
                    <a:pt x="702250" y="137160"/>
                    <a:pt x="740635" y="175582"/>
                    <a:pt x="790042" y="175582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xmlns="" id="{C7C8CDF5-6E98-8490-EED6-97B3A5C213A2}"/>
                </a:ext>
              </a:extLst>
            </p:cNvPr>
            <p:cNvSpPr/>
            <p:nvPr/>
          </p:nvSpPr>
          <p:spPr>
            <a:xfrm>
              <a:off x="13237629" y="175584"/>
              <a:ext cx="1031413" cy="471792"/>
            </a:xfrm>
            <a:custGeom>
              <a:avLst/>
              <a:gdLst>
                <a:gd name="connsiteX0" fmla="*/ 82276 w 1031413"/>
                <a:gd name="connsiteY0" fmla="*/ 471791 h 471792"/>
                <a:gd name="connsiteX1" fmla="*/ 795518 w 1031413"/>
                <a:gd name="connsiteY1" fmla="*/ 471791 h 471792"/>
                <a:gd name="connsiteX2" fmla="*/ 1031414 w 1031413"/>
                <a:gd name="connsiteY2" fmla="*/ 235896 h 471792"/>
                <a:gd name="connsiteX3" fmla="*/ 795518 w 1031413"/>
                <a:gd name="connsiteY3" fmla="*/ 0 h 471792"/>
                <a:gd name="connsiteX4" fmla="*/ 713242 w 1031413"/>
                <a:gd name="connsiteY4" fmla="*/ 82280 h 471792"/>
                <a:gd name="connsiteX5" fmla="*/ 795518 w 1031413"/>
                <a:gd name="connsiteY5" fmla="*/ 164561 h 471792"/>
                <a:gd name="connsiteX6" fmla="*/ 861345 w 1031413"/>
                <a:gd name="connsiteY6" fmla="*/ 230386 h 471792"/>
                <a:gd name="connsiteX7" fmla="*/ 795518 w 1031413"/>
                <a:gd name="connsiteY7" fmla="*/ 301721 h 471792"/>
                <a:gd name="connsiteX8" fmla="*/ 82276 w 1031413"/>
                <a:gd name="connsiteY8" fmla="*/ 301721 h 471792"/>
                <a:gd name="connsiteX9" fmla="*/ 0 w 1031413"/>
                <a:gd name="connsiteY9" fmla="*/ 384001 h 471792"/>
                <a:gd name="connsiteX10" fmla="*/ 82276 w 1031413"/>
                <a:gd name="connsiteY10" fmla="*/ 471792 h 47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31413" h="471792">
                  <a:moveTo>
                    <a:pt x="82276" y="471791"/>
                  </a:moveTo>
                  <a:lnTo>
                    <a:pt x="795518" y="471791"/>
                  </a:lnTo>
                  <a:cubicBezTo>
                    <a:pt x="927202" y="471791"/>
                    <a:pt x="1031414" y="367540"/>
                    <a:pt x="1031414" y="235896"/>
                  </a:cubicBezTo>
                  <a:cubicBezTo>
                    <a:pt x="1031414" y="104212"/>
                    <a:pt x="927162" y="0"/>
                    <a:pt x="795518" y="0"/>
                  </a:cubicBezTo>
                  <a:cubicBezTo>
                    <a:pt x="746150" y="0"/>
                    <a:pt x="713242" y="38423"/>
                    <a:pt x="713242" y="82280"/>
                  </a:cubicBezTo>
                  <a:cubicBezTo>
                    <a:pt x="713242" y="126176"/>
                    <a:pt x="751656" y="164561"/>
                    <a:pt x="795518" y="164561"/>
                  </a:cubicBezTo>
                  <a:cubicBezTo>
                    <a:pt x="833943" y="164561"/>
                    <a:pt x="861345" y="197473"/>
                    <a:pt x="861345" y="230386"/>
                  </a:cubicBezTo>
                  <a:cubicBezTo>
                    <a:pt x="861345" y="263336"/>
                    <a:pt x="833903" y="301721"/>
                    <a:pt x="795518" y="301721"/>
                  </a:cubicBezTo>
                  <a:lnTo>
                    <a:pt x="82276" y="301721"/>
                  </a:lnTo>
                  <a:cubicBezTo>
                    <a:pt x="32909" y="301721"/>
                    <a:pt x="0" y="340144"/>
                    <a:pt x="0" y="384001"/>
                  </a:cubicBezTo>
                  <a:cubicBezTo>
                    <a:pt x="0" y="433408"/>
                    <a:pt x="38385" y="471792"/>
                    <a:pt x="82276" y="471792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xmlns="" id="{C5722D3F-B380-8260-E96C-CC1696CC1213}"/>
                </a:ext>
              </a:extLst>
            </p:cNvPr>
            <p:cNvSpPr/>
            <p:nvPr/>
          </p:nvSpPr>
          <p:spPr>
            <a:xfrm>
              <a:off x="13122395" y="2112273"/>
              <a:ext cx="3670509" cy="2200036"/>
            </a:xfrm>
            <a:custGeom>
              <a:avLst/>
              <a:gdLst>
                <a:gd name="connsiteX0" fmla="*/ 109728 w 3670509"/>
                <a:gd name="connsiteY0" fmla="*/ 2200037 h 2200036"/>
                <a:gd name="connsiteX1" fmla="*/ 455381 w 3670509"/>
                <a:gd name="connsiteY1" fmla="*/ 2062877 h 2200036"/>
                <a:gd name="connsiteX2" fmla="*/ 801034 w 3670509"/>
                <a:gd name="connsiteY2" fmla="*/ 2200037 h 2200036"/>
                <a:gd name="connsiteX3" fmla="*/ 1146687 w 3670509"/>
                <a:gd name="connsiteY3" fmla="*/ 2062877 h 2200036"/>
                <a:gd name="connsiteX4" fmla="*/ 1492340 w 3670509"/>
                <a:gd name="connsiteY4" fmla="*/ 2200037 h 2200036"/>
                <a:gd name="connsiteX5" fmla="*/ 1837993 w 3670509"/>
                <a:gd name="connsiteY5" fmla="*/ 2062877 h 2200036"/>
                <a:gd name="connsiteX6" fmla="*/ 2183646 w 3670509"/>
                <a:gd name="connsiteY6" fmla="*/ 2200037 h 2200036"/>
                <a:gd name="connsiteX7" fmla="*/ 2529299 w 3670509"/>
                <a:gd name="connsiteY7" fmla="*/ 2062877 h 2200036"/>
                <a:gd name="connsiteX8" fmla="*/ 2874952 w 3670509"/>
                <a:gd name="connsiteY8" fmla="*/ 2200037 h 2200036"/>
                <a:gd name="connsiteX9" fmla="*/ 3220605 w 3670509"/>
                <a:gd name="connsiteY9" fmla="*/ 2062877 h 2200036"/>
                <a:gd name="connsiteX10" fmla="*/ 3566258 w 3670509"/>
                <a:gd name="connsiteY10" fmla="*/ 2200037 h 2200036"/>
                <a:gd name="connsiteX11" fmla="*/ 3670510 w 3670509"/>
                <a:gd name="connsiteY11" fmla="*/ 2095785 h 2200036"/>
                <a:gd name="connsiteX12" fmla="*/ 3566258 w 3670509"/>
                <a:gd name="connsiteY12" fmla="*/ 1991534 h 2200036"/>
                <a:gd name="connsiteX13" fmla="*/ 3297415 w 3670509"/>
                <a:gd name="connsiteY13" fmla="*/ 1848897 h 2200036"/>
                <a:gd name="connsiteX14" fmla="*/ 3220605 w 3670509"/>
                <a:gd name="connsiteY14" fmla="*/ 1810473 h 2200036"/>
                <a:gd name="connsiteX15" fmla="*/ 3143796 w 3670509"/>
                <a:gd name="connsiteY15" fmla="*/ 1848897 h 2200036"/>
                <a:gd name="connsiteX16" fmla="*/ 2874952 w 3670509"/>
                <a:gd name="connsiteY16" fmla="*/ 1997040 h 2200036"/>
                <a:gd name="connsiteX17" fmla="*/ 2606109 w 3670509"/>
                <a:gd name="connsiteY17" fmla="*/ 1854403 h 2200036"/>
                <a:gd name="connsiteX18" fmla="*/ 2452489 w 3670509"/>
                <a:gd name="connsiteY18" fmla="*/ 1854403 h 2200036"/>
                <a:gd name="connsiteX19" fmla="*/ 2183646 w 3670509"/>
                <a:gd name="connsiteY19" fmla="*/ 1997040 h 2200036"/>
                <a:gd name="connsiteX20" fmla="*/ 2079395 w 3670509"/>
                <a:gd name="connsiteY20" fmla="*/ 1975114 h 2200036"/>
                <a:gd name="connsiteX21" fmla="*/ 1980659 w 3670509"/>
                <a:gd name="connsiteY21" fmla="*/ 422462 h 2200036"/>
                <a:gd name="connsiteX22" fmla="*/ 1706339 w 3670509"/>
                <a:gd name="connsiteY22" fmla="*/ 0 h 2200036"/>
                <a:gd name="connsiteX23" fmla="*/ 1591105 w 3670509"/>
                <a:gd name="connsiteY23" fmla="*/ 1980590 h 2200036"/>
                <a:gd name="connsiteX24" fmla="*/ 1486854 w 3670509"/>
                <a:gd name="connsiteY24" fmla="*/ 2002516 h 2200036"/>
                <a:gd name="connsiteX25" fmla="*/ 1218010 w 3670509"/>
                <a:gd name="connsiteY25" fmla="*/ 1859880 h 2200036"/>
                <a:gd name="connsiteX26" fmla="*/ 1141211 w 3670509"/>
                <a:gd name="connsiteY26" fmla="*/ 1821456 h 2200036"/>
                <a:gd name="connsiteX27" fmla="*/ 1064401 w 3670509"/>
                <a:gd name="connsiteY27" fmla="*/ 1859880 h 2200036"/>
                <a:gd name="connsiteX28" fmla="*/ 795557 w 3670509"/>
                <a:gd name="connsiteY28" fmla="*/ 2002516 h 2200036"/>
                <a:gd name="connsiteX29" fmla="*/ 526714 w 3670509"/>
                <a:gd name="connsiteY29" fmla="*/ 1859880 h 2200036"/>
                <a:gd name="connsiteX30" fmla="*/ 449904 w 3670509"/>
                <a:gd name="connsiteY30" fmla="*/ 1821456 h 2200036"/>
                <a:gd name="connsiteX31" fmla="*/ 373095 w 3670509"/>
                <a:gd name="connsiteY31" fmla="*/ 1859880 h 2200036"/>
                <a:gd name="connsiteX32" fmla="*/ 104251 w 3670509"/>
                <a:gd name="connsiteY32" fmla="*/ 2008023 h 2200036"/>
                <a:gd name="connsiteX33" fmla="*/ 0 w 3670509"/>
                <a:gd name="connsiteY33" fmla="*/ 2112274 h 2200036"/>
                <a:gd name="connsiteX34" fmla="*/ 109718 w 3670509"/>
                <a:gd name="connsiteY34" fmla="*/ 2200027 h 2200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70509" h="2200036">
                  <a:moveTo>
                    <a:pt x="109728" y="2200037"/>
                  </a:moveTo>
                  <a:cubicBezTo>
                    <a:pt x="235906" y="2200037"/>
                    <a:pt x="351139" y="2150669"/>
                    <a:pt x="455381" y="2062877"/>
                  </a:cubicBezTo>
                  <a:cubicBezTo>
                    <a:pt x="559633" y="2150669"/>
                    <a:pt x="680333" y="2200037"/>
                    <a:pt x="801034" y="2200037"/>
                  </a:cubicBezTo>
                  <a:cubicBezTo>
                    <a:pt x="927211" y="2200037"/>
                    <a:pt x="1042446" y="2150669"/>
                    <a:pt x="1146687" y="2062877"/>
                  </a:cubicBezTo>
                  <a:cubicBezTo>
                    <a:pt x="1250938" y="2150669"/>
                    <a:pt x="1371639" y="2200037"/>
                    <a:pt x="1492340" y="2200037"/>
                  </a:cubicBezTo>
                  <a:cubicBezTo>
                    <a:pt x="1618517" y="2200037"/>
                    <a:pt x="1733751" y="2150669"/>
                    <a:pt x="1837993" y="2062877"/>
                  </a:cubicBezTo>
                  <a:cubicBezTo>
                    <a:pt x="1942244" y="2150669"/>
                    <a:pt x="2062945" y="2200037"/>
                    <a:pt x="2183646" y="2200037"/>
                  </a:cubicBezTo>
                  <a:cubicBezTo>
                    <a:pt x="2309824" y="2200037"/>
                    <a:pt x="2425058" y="2150669"/>
                    <a:pt x="2529299" y="2062877"/>
                  </a:cubicBezTo>
                  <a:cubicBezTo>
                    <a:pt x="2633551" y="2150669"/>
                    <a:pt x="2754251" y="2200037"/>
                    <a:pt x="2874952" y="2200037"/>
                  </a:cubicBezTo>
                  <a:cubicBezTo>
                    <a:pt x="3001129" y="2200037"/>
                    <a:pt x="3116363" y="2150669"/>
                    <a:pt x="3220605" y="2062877"/>
                  </a:cubicBezTo>
                  <a:cubicBezTo>
                    <a:pt x="3324856" y="2150669"/>
                    <a:pt x="3445558" y="2200037"/>
                    <a:pt x="3566258" y="2200037"/>
                  </a:cubicBezTo>
                  <a:cubicBezTo>
                    <a:pt x="3621142" y="2200037"/>
                    <a:pt x="3670510" y="2156145"/>
                    <a:pt x="3670510" y="2095785"/>
                  </a:cubicBezTo>
                  <a:cubicBezTo>
                    <a:pt x="3670510" y="2035435"/>
                    <a:pt x="3626609" y="1991534"/>
                    <a:pt x="3566258" y="1991534"/>
                  </a:cubicBezTo>
                  <a:cubicBezTo>
                    <a:pt x="3445558" y="1991534"/>
                    <a:pt x="3352289" y="1914724"/>
                    <a:pt x="3297415" y="1848897"/>
                  </a:cubicBezTo>
                  <a:cubicBezTo>
                    <a:pt x="3275489" y="1826971"/>
                    <a:pt x="3248047" y="1810473"/>
                    <a:pt x="3220605" y="1810473"/>
                  </a:cubicBezTo>
                  <a:cubicBezTo>
                    <a:pt x="3193163" y="1810473"/>
                    <a:pt x="3160255" y="1821456"/>
                    <a:pt x="3143796" y="1848897"/>
                  </a:cubicBezTo>
                  <a:cubicBezTo>
                    <a:pt x="3088922" y="1914724"/>
                    <a:pt x="2995653" y="1997040"/>
                    <a:pt x="2874952" y="1997040"/>
                  </a:cubicBezTo>
                  <a:cubicBezTo>
                    <a:pt x="2754251" y="1997040"/>
                    <a:pt x="2660983" y="1920230"/>
                    <a:pt x="2606109" y="1854403"/>
                  </a:cubicBezTo>
                  <a:cubicBezTo>
                    <a:pt x="2567694" y="1810512"/>
                    <a:pt x="2490875" y="1810512"/>
                    <a:pt x="2452489" y="1854403"/>
                  </a:cubicBezTo>
                  <a:cubicBezTo>
                    <a:pt x="2397616" y="1920230"/>
                    <a:pt x="2304347" y="1997040"/>
                    <a:pt x="2183646" y="1997040"/>
                  </a:cubicBezTo>
                  <a:cubicBezTo>
                    <a:pt x="2145231" y="1997040"/>
                    <a:pt x="2112313" y="1991563"/>
                    <a:pt x="2079395" y="1975114"/>
                  </a:cubicBezTo>
                  <a:cubicBezTo>
                    <a:pt x="2051963" y="1656903"/>
                    <a:pt x="2013578" y="1097270"/>
                    <a:pt x="1980659" y="422462"/>
                  </a:cubicBezTo>
                  <a:cubicBezTo>
                    <a:pt x="1881923" y="279826"/>
                    <a:pt x="1783149" y="126217"/>
                    <a:pt x="1706339" y="0"/>
                  </a:cubicBezTo>
                  <a:cubicBezTo>
                    <a:pt x="1673431" y="866851"/>
                    <a:pt x="1624063" y="1596543"/>
                    <a:pt x="1591105" y="1980590"/>
                  </a:cubicBezTo>
                  <a:cubicBezTo>
                    <a:pt x="1558196" y="1991573"/>
                    <a:pt x="1525288" y="2002516"/>
                    <a:pt x="1486854" y="2002516"/>
                  </a:cubicBezTo>
                  <a:cubicBezTo>
                    <a:pt x="1366153" y="2002516"/>
                    <a:pt x="1272884" y="1925707"/>
                    <a:pt x="1218010" y="1859880"/>
                  </a:cubicBezTo>
                  <a:cubicBezTo>
                    <a:pt x="1196084" y="1837954"/>
                    <a:pt x="1168642" y="1821456"/>
                    <a:pt x="1141211" y="1821456"/>
                  </a:cubicBezTo>
                  <a:cubicBezTo>
                    <a:pt x="1113769" y="1821456"/>
                    <a:pt x="1080850" y="1832438"/>
                    <a:pt x="1064401" y="1859880"/>
                  </a:cubicBezTo>
                  <a:cubicBezTo>
                    <a:pt x="1009517" y="1925707"/>
                    <a:pt x="916258" y="2002516"/>
                    <a:pt x="795557" y="2002516"/>
                  </a:cubicBezTo>
                  <a:cubicBezTo>
                    <a:pt x="674857" y="2002516"/>
                    <a:pt x="581588" y="1925707"/>
                    <a:pt x="526714" y="1859880"/>
                  </a:cubicBezTo>
                  <a:cubicBezTo>
                    <a:pt x="504778" y="1837954"/>
                    <a:pt x="477346" y="1821456"/>
                    <a:pt x="449904" y="1821456"/>
                  </a:cubicBezTo>
                  <a:cubicBezTo>
                    <a:pt x="422463" y="1821456"/>
                    <a:pt x="389554" y="1832438"/>
                    <a:pt x="373095" y="1859880"/>
                  </a:cubicBezTo>
                  <a:cubicBezTo>
                    <a:pt x="318221" y="1925707"/>
                    <a:pt x="224952" y="2008023"/>
                    <a:pt x="104251" y="2008023"/>
                  </a:cubicBezTo>
                  <a:cubicBezTo>
                    <a:pt x="49378" y="2008023"/>
                    <a:pt x="0" y="2051923"/>
                    <a:pt x="0" y="2112274"/>
                  </a:cubicBezTo>
                  <a:cubicBezTo>
                    <a:pt x="0" y="2172585"/>
                    <a:pt x="49368" y="2200027"/>
                    <a:pt x="109718" y="2200027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xmlns="" id="{6C0171C7-5C2D-F873-1395-3AD8E1D2FBC6}"/>
                </a:ext>
              </a:extLst>
            </p:cNvPr>
            <p:cNvSpPr/>
            <p:nvPr/>
          </p:nvSpPr>
          <p:spPr>
            <a:xfrm>
              <a:off x="13138756" y="4449460"/>
              <a:ext cx="3665032" cy="400575"/>
            </a:xfrm>
            <a:custGeom>
              <a:avLst/>
              <a:gdLst>
                <a:gd name="connsiteX0" fmla="*/ 3560772 w 3665032"/>
                <a:gd name="connsiteY0" fmla="*/ 181061 h 400575"/>
                <a:gd name="connsiteX1" fmla="*/ 3291928 w 3665032"/>
                <a:gd name="connsiteY1" fmla="*/ 38424 h 400575"/>
                <a:gd name="connsiteX2" fmla="*/ 3215119 w 3665032"/>
                <a:gd name="connsiteY2" fmla="*/ 0 h 400575"/>
                <a:gd name="connsiteX3" fmla="*/ 3138309 w 3665032"/>
                <a:gd name="connsiteY3" fmla="*/ 38424 h 400575"/>
                <a:gd name="connsiteX4" fmla="*/ 2869466 w 3665032"/>
                <a:gd name="connsiteY4" fmla="*/ 186567 h 400575"/>
                <a:gd name="connsiteX5" fmla="*/ 2600622 w 3665032"/>
                <a:gd name="connsiteY5" fmla="*/ 43930 h 400575"/>
                <a:gd name="connsiteX6" fmla="*/ 2447003 w 3665032"/>
                <a:gd name="connsiteY6" fmla="*/ 43930 h 400575"/>
                <a:gd name="connsiteX7" fmla="*/ 2178160 w 3665032"/>
                <a:gd name="connsiteY7" fmla="*/ 186567 h 400575"/>
                <a:gd name="connsiteX8" fmla="*/ 1909316 w 3665032"/>
                <a:gd name="connsiteY8" fmla="*/ 43930 h 400575"/>
                <a:gd name="connsiteX9" fmla="*/ 1755697 w 3665032"/>
                <a:gd name="connsiteY9" fmla="*/ 43930 h 400575"/>
                <a:gd name="connsiteX10" fmla="*/ 1486854 w 3665032"/>
                <a:gd name="connsiteY10" fmla="*/ 186567 h 400575"/>
                <a:gd name="connsiteX11" fmla="*/ 1218010 w 3665032"/>
                <a:gd name="connsiteY11" fmla="*/ 43930 h 400575"/>
                <a:gd name="connsiteX12" fmla="*/ 1141210 w 3665032"/>
                <a:gd name="connsiteY12" fmla="*/ 5506 h 400575"/>
                <a:gd name="connsiteX13" fmla="*/ 1064401 w 3665032"/>
                <a:gd name="connsiteY13" fmla="*/ 43930 h 400575"/>
                <a:gd name="connsiteX14" fmla="*/ 795557 w 3665032"/>
                <a:gd name="connsiteY14" fmla="*/ 186567 h 400575"/>
                <a:gd name="connsiteX15" fmla="*/ 526714 w 3665032"/>
                <a:gd name="connsiteY15" fmla="*/ 43930 h 400575"/>
                <a:gd name="connsiteX16" fmla="*/ 449905 w 3665032"/>
                <a:gd name="connsiteY16" fmla="*/ 5506 h 400575"/>
                <a:gd name="connsiteX17" fmla="*/ 373095 w 3665032"/>
                <a:gd name="connsiteY17" fmla="*/ 43930 h 400575"/>
                <a:gd name="connsiteX18" fmla="*/ 104251 w 3665032"/>
                <a:gd name="connsiteY18" fmla="*/ 192073 h 400575"/>
                <a:gd name="connsiteX19" fmla="*/ 0 w 3665032"/>
                <a:gd name="connsiteY19" fmla="*/ 296324 h 400575"/>
                <a:gd name="connsiteX20" fmla="*/ 104251 w 3665032"/>
                <a:gd name="connsiteY20" fmla="*/ 400576 h 400575"/>
                <a:gd name="connsiteX21" fmla="*/ 449905 w 3665032"/>
                <a:gd name="connsiteY21" fmla="*/ 263416 h 400575"/>
                <a:gd name="connsiteX22" fmla="*/ 795557 w 3665032"/>
                <a:gd name="connsiteY22" fmla="*/ 400576 h 400575"/>
                <a:gd name="connsiteX23" fmla="*/ 1141210 w 3665032"/>
                <a:gd name="connsiteY23" fmla="*/ 263416 h 400575"/>
                <a:gd name="connsiteX24" fmla="*/ 1486863 w 3665032"/>
                <a:gd name="connsiteY24" fmla="*/ 400576 h 400575"/>
                <a:gd name="connsiteX25" fmla="*/ 1832516 w 3665032"/>
                <a:gd name="connsiteY25" fmla="*/ 263416 h 400575"/>
                <a:gd name="connsiteX26" fmla="*/ 2178170 w 3665032"/>
                <a:gd name="connsiteY26" fmla="*/ 400576 h 400575"/>
                <a:gd name="connsiteX27" fmla="*/ 2523823 w 3665032"/>
                <a:gd name="connsiteY27" fmla="*/ 263416 h 400575"/>
                <a:gd name="connsiteX28" fmla="*/ 2869475 w 3665032"/>
                <a:gd name="connsiteY28" fmla="*/ 400576 h 400575"/>
                <a:gd name="connsiteX29" fmla="*/ 3215128 w 3665032"/>
                <a:gd name="connsiteY29" fmla="*/ 263416 h 400575"/>
                <a:gd name="connsiteX30" fmla="*/ 3560782 w 3665032"/>
                <a:gd name="connsiteY30" fmla="*/ 400576 h 400575"/>
                <a:gd name="connsiteX31" fmla="*/ 3665033 w 3665032"/>
                <a:gd name="connsiteY31" fmla="*/ 296324 h 400575"/>
                <a:gd name="connsiteX32" fmla="*/ 3560782 w 3665032"/>
                <a:gd name="connsiteY32" fmla="*/ 181051 h 40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65032" h="400575">
                  <a:moveTo>
                    <a:pt x="3560772" y="181061"/>
                  </a:moveTo>
                  <a:cubicBezTo>
                    <a:pt x="3440071" y="181061"/>
                    <a:pt x="3346802" y="104251"/>
                    <a:pt x="3291928" y="38424"/>
                  </a:cubicBezTo>
                  <a:cubicBezTo>
                    <a:pt x="3270002" y="16498"/>
                    <a:pt x="3242561" y="0"/>
                    <a:pt x="3215119" y="0"/>
                  </a:cubicBezTo>
                  <a:cubicBezTo>
                    <a:pt x="3187677" y="0"/>
                    <a:pt x="3154768" y="10983"/>
                    <a:pt x="3138309" y="38424"/>
                  </a:cubicBezTo>
                  <a:cubicBezTo>
                    <a:pt x="3083435" y="104251"/>
                    <a:pt x="2990166" y="186567"/>
                    <a:pt x="2869466" y="186567"/>
                  </a:cubicBezTo>
                  <a:cubicBezTo>
                    <a:pt x="2748765" y="186567"/>
                    <a:pt x="2655496" y="109757"/>
                    <a:pt x="2600622" y="43930"/>
                  </a:cubicBezTo>
                  <a:cubicBezTo>
                    <a:pt x="2562198" y="39"/>
                    <a:pt x="2485388" y="39"/>
                    <a:pt x="2447003" y="43930"/>
                  </a:cubicBezTo>
                  <a:cubicBezTo>
                    <a:pt x="2392129" y="109757"/>
                    <a:pt x="2298861" y="186567"/>
                    <a:pt x="2178160" y="186567"/>
                  </a:cubicBezTo>
                  <a:cubicBezTo>
                    <a:pt x="2057459" y="186567"/>
                    <a:pt x="1964190" y="109757"/>
                    <a:pt x="1909316" y="43930"/>
                  </a:cubicBezTo>
                  <a:cubicBezTo>
                    <a:pt x="1870902" y="39"/>
                    <a:pt x="1794082" y="39"/>
                    <a:pt x="1755697" y="43930"/>
                  </a:cubicBezTo>
                  <a:cubicBezTo>
                    <a:pt x="1700823" y="109757"/>
                    <a:pt x="1607554" y="186567"/>
                    <a:pt x="1486854" y="186567"/>
                  </a:cubicBezTo>
                  <a:cubicBezTo>
                    <a:pt x="1366153" y="186567"/>
                    <a:pt x="1272884" y="109757"/>
                    <a:pt x="1218010" y="43930"/>
                  </a:cubicBezTo>
                  <a:cubicBezTo>
                    <a:pt x="1196084" y="22004"/>
                    <a:pt x="1168643" y="5506"/>
                    <a:pt x="1141210" y="5506"/>
                  </a:cubicBezTo>
                  <a:cubicBezTo>
                    <a:pt x="1113769" y="5506"/>
                    <a:pt x="1080850" y="16489"/>
                    <a:pt x="1064401" y="43930"/>
                  </a:cubicBezTo>
                  <a:cubicBezTo>
                    <a:pt x="1009517" y="109757"/>
                    <a:pt x="916258" y="186567"/>
                    <a:pt x="795557" y="186567"/>
                  </a:cubicBezTo>
                  <a:cubicBezTo>
                    <a:pt x="674857" y="186567"/>
                    <a:pt x="581588" y="109757"/>
                    <a:pt x="526714" y="43930"/>
                  </a:cubicBezTo>
                  <a:cubicBezTo>
                    <a:pt x="504778" y="22004"/>
                    <a:pt x="477346" y="5506"/>
                    <a:pt x="449905" y="5506"/>
                  </a:cubicBezTo>
                  <a:cubicBezTo>
                    <a:pt x="422463" y="5506"/>
                    <a:pt x="389554" y="16489"/>
                    <a:pt x="373095" y="43930"/>
                  </a:cubicBezTo>
                  <a:cubicBezTo>
                    <a:pt x="318221" y="109757"/>
                    <a:pt x="224952" y="192073"/>
                    <a:pt x="104251" y="192073"/>
                  </a:cubicBezTo>
                  <a:cubicBezTo>
                    <a:pt x="49378" y="192073"/>
                    <a:pt x="0" y="235974"/>
                    <a:pt x="0" y="296324"/>
                  </a:cubicBezTo>
                  <a:cubicBezTo>
                    <a:pt x="0" y="356675"/>
                    <a:pt x="43901" y="400576"/>
                    <a:pt x="104251" y="400576"/>
                  </a:cubicBezTo>
                  <a:cubicBezTo>
                    <a:pt x="230429" y="400576"/>
                    <a:pt x="345663" y="351208"/>
                    <a:pt x="449905" y="263416"/>
                  </a:cubicBezTo>
                  <a:cubicBezTo>
                    <a:pt x="554156" y="351208"/>
                    <a:pt x="674857" y="400576"/>
                    <a:pt x="795557" y="400576"/>
                  </a:cubicBezTo>
                  <a:cubicBezTo>
                    <a:pt x="921735" y="400576"/>
                    <a:pt x="1036969" y="351208"/>
                    <a:pt x="1141210" y="263416"/>
                  </a:cubicBezTo>
                  <a:cubicBezTo>
                    <a:pt x="1245462" y="351208"/>
                    <a:pt x="1366163" y="400576"/>
                    <a:pt x="1486863" y="400576"/>
                  </a:cubicBezTo>
                  <a:cubicBezTo>
                    <a:pt x="1613041" y="400576"/>
                    <a:pt x="1728275" y="351208"/>
                    <a:pt x="1832516" y="263416"/>
                  </a:cubicBezTo>
                  <a:cubicBezTo>
                    <a:pt x="1936768" y="351208"/>
                    <a:pt x="2057469" y="400576"/>
                    <a:pt x="2178170" y="400576"/>
                  </a:cubicBezTo>
                  <a:cubicBezTo>
                    <a:pt x="2304347" y="400576"/>
                    <a:pt x="2419581" y="351208"/>
                    <a:pt x="2523823" y="263416"/>
                  </a:cubicBezTo>
                  <a:cubicBezTo>
                    <a:pt x="2628074" y="351208"/>
                    <a:pt x="2748775" y="400576"/>
                    <a:pt x="2869475" y="400576"/>
                  </a:cubicBezTo>
                  <a:cubicBezTo>
                    <a:pt x="2995653" y="400576"/>
                    <a:pt x="3110887" y="351208"/>
                    <a:pt x="3215128" y="263416"/>
                  </a:cubicBezTo>
                  <a:cubicBezTo>
                    <a:pt x="3319380" y="351208"/>
                    <a:pt x="3440081" y="400576"/>
                    <a:pt x="3560782" y="400576"/>
                  </a:cubicBezTo>
                  <a:cubicBezTo>
                    <a:pt x="3615665" y="400576"/>
                    <a:pt x="3665033" y="356675"/>
                    <a:pt x="3665033" y="296324"/>
                  </a:cubicBezTo>
                  <a:cubicBezTo>
                    <a:pt x="3665033" y="235896"/>
                    <a:pt x="3621142" y="181051"/>
                    <a:pt x="3560782" y="181051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xmlns="" id="{D25A4E99-C04C-11FF-EEED-6485F01CACF5}"/>
                </a:ext>
              </a:extLst>
            </p:cNvPr>
            <p:cNvSpPr/>
            <p:nvPr/>
          </p:nvSpPr>
          <p:spPr>
            <a:xfrm>
              <a:off x="13138756" y="4965182"/>
              <a:ext cx="3665032" cy="400575"/>
            </a:xfrm>
            <a:custGeom>
              <a:avLst/>
              <a:gdLst>
                <a:gd name="connsiteX0" fmla="*/ 3560772 w 3665032"/>
                <a:gd name="connsiteY0" fmla="*/ 181061 h 400575"/>
                <a:gd name="connsiteX1" fmla="*/ 3291928 w 3665032"/>
                <a:gd name="connsiteY1" fmla="*/ 38424 h 400575"/>
                <a:gd name="connsiteX2" fmla="*/ 3215119 w 3665032"/>
                <a:gd name="connsiteY2" fmla="*/ 0 h 400575"/>
                <a:gd name="connsiteX3" fmla="*/ 3138309 w 3665032"/>
                <a:gd name="connsiteY3" fmla="*/ 38424 h 400575"/>
                <a:gd name="connsiteX4" fmla="*/ 2869466 w 3665032"/>
                <a:gd name="connsiteY4" fmla="*/ 186567 h 400575"/>
                <a:gd name="connsiteX5" fmla="*/ 2600622 w 3665032"/>
                <a:gd name="connsiteY5" fmla="*/ 43930 h 400575"/>
                <a:gd name="connsiteX6" fmla="*/ 2447003 w 3665032"/>
                <a:gd name="connsiteY6" fmla="*/ 43930 h 400575"/>
                <a:gd name="connsiteX7" fmla="*/ 2178160 w 3665032"/>
                <a:gd name="connsiteY7" fmla="*/ 186567 h 400575"/>
                <a:gd name="connsiteX8" fmla="*/ 1909316 w 3665032"/>
                <a:gd name="connsiteY8" fmla="*/ 43930 h 400575"/>
                <a:gd name="connsiteX9" fmla="*/ 1755697 w 3665032"/>
                <a:gd name="connsiteY9" fmla="*/ 43930 h 400575"/>
                <a:gd name="connsiteX10" fmla="*/ 1486854 w 3665032"/>
                <a:gd name="connsiteY10" fmla="*/ 186567 h 400575"/>
                <a:gd name="connsiteX11" fmla="*/ 1218010 w 3665032"/>
                <a:gd name="connsiteY11" fmla="*/ 43930 h 400575"/>
                <a:gd name="connsiteX12" fmla="*/ 1141210 w 3665032"/>
                <a:gd name="connsiteY12" fmla="*/ 5506 h 400575"/>
                <a:gd name="connsiteX13" fmla="*/ 1064401 w 3665032"/>
                <a:gd name="connsiteY13" fmla="*/ 43930 h 400575"/>
                <a:gd name="connsiteX14" fmla="*/ 795557 w 3665032"/>
                <a:gd name="connsiteY14" fmla="*/ 186567 h 400575"/>
                <a:gd name="connsiteX15" fmla="*/ 526714 w 3665032"/>
                <a:gd name="connsiteY15" fmla="*/ 43930 h 400575"/>
                <a:gd name="connsiteX16" fmla="*/ 449905 w 3665032"/>
                <a:gd name="connsiteY16" fmla="*/ 5506 h 400575"/>
                <a:gd name="connsiteX17" fmla="*/ 373095 w 3665032"/>
                <a:gd name="connsiteY17" fmla="*/ 43930 h 400575"/>
                <a:gd name="connsiteX18" fmla="*/ 104251 w 3665032"/>
                <a:gd name="connsiteY18" fmla="*/ 192073 h 400575"/>
                <a:gd name="connsiteX19" fmla="*/ 0 w 3665032"/>
                <a:gd name="connsiteY19" fmla="*/ 296324 h 400575"/>
                <a:gd name="connsiteX20" fmla="*/ 104251 w 3665032"/>
                <a:gd name="connsiteY20" fmla="*/ 400575 h 400575"/>
                <a:gd name="connsiteX21" fmla="*/ 449905 w 3665032"/>
                <a:gd name="connsiteY21" fmla="*/ 263415 h 400575"/>
                <a:gd name="connsiteX22" fmla="*/ 795557 w 3665032"/>
                <a:gd name="connsiteY22" fmla="*/ 400575 h 400575"/>
                <a:gd name="connsiteX23" fmla="*/ 1141210 w 3665032"/>
                <a:gd name="connsiteY23" fmla="*/ 263415 h 400575"/>
                <a:gd name="connsiteX24" fmla="*/ 1486863 w 3665032"/>
                <a:gd name="connsiteY24" fmla="*/ 400575 h 400575"/>
                <a:gd name="connsiteX25" fmla="*/ 1832516 w 3665032"/>
                <a:gd name="connsiteY25" fmla="*/ 263415 h 400575"/>
                <a:gd name="connsiteX26" fmla="*/ 2178170 w 3665032"/>
                <a:gd name="connsiteY26" fmla="*/ 400575 h 400575"/>
                <a:gd name="connsiteX27" fmla="*/ 2523823 w 3665032"/>
                <a:gd name="connsiteY27" fmla="*/ 263415 h 400575"/>
                <a:gd name="connsiteX28" fmla="*/ 2869475 w 3665032"/>
                <a:gd name="connsiteY28" fmla="*/ 400575 h 400575"/>
                <a:gd name="connsiteX29" fmla="*/ 3215128 w 3665032"/>
                <a:gd name="connsiteY29" fmla="*/ 263415 h 400575"/>
                <a:gd name="connsiteX30" fmla="*/ 3560782 w 3665032"/>
                <a:gd name="connsiteY30" fmla="*/ 400575 h 400575"/>
                <a:gd name="connsiteX31" fmla="*/ 3665033 w 3665032"/>
                <a:gd name="connsiteY31" fmla="*/ 296324 h 400575"/>
                <a:gd name="connsiteX32" fmla="*/ 3560782 w 3665032"/>
                <a:gd name="connsiteY32" fmla="*/ 181051 h 40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65032" h="400575">
                  <a:moveTo>
                    <a:pt x="3560772" y="181061"/>
                  </a:moveTo>
                  <a:cubicBezTo>
                    <a:pt x="3440071" y="181061"/>
                    <a:pt x="3346802" y="104251"/>
                    <a:pt x="3291928" y="38424"/>
                  </a:cubicBezTo>
                  <a:cubicBezTo>
                    <a:pt x="3270002" y="16498"/>
                    <a:pt x="3242561" y="0"/>
                    <a:pt x="3215119" y="0"/>
                  </a:cubicBezTo>
                  <a:cubicBezTo>
                    <a:pt x="3187677" y="0"/>
                    <a:pt x="3154768" y="10983"/>
                    <a:pt x="3138309" y="38424"/>
                  </a:cubicBezTo>
                  <a:cubicBezTo>
                    <a:pt x="3083435" y="104251"/>
                    <a:pt x="2990166" y="186567"/>
                    <a:pt x="2869466" y="186567"/>
                  </a:cubicBezTo>
                  <a:cubicBezTo>
                    <a:pt x="2748765" y="186567"/>
                    <a:pt x="2655496" y="109757"/>
                    <a:pt x="2600622" y="43930"/>
                  </a:cubicBezTo>
                  <a:cubicBezTo>
                    <a:pt x="2562198" y="29"/>
                    <a:pt x="2485388" y="29"/>
                    <a:pt x="2447003" y="43930"/>
                  </a:cubicBezTo>
                  <a:cubicBezTo>
                    <a:pt x="2392129" y="109757"/>
                    <a:pt x="2298861" y="186567"/>
                    <a:pt x="2178160" y="186567"/>
                  </a:cubicBezTo>
                  <a:cubicBezTo>
                    <a:pt x="2057459" y="186567"/>
                    <a:pt x="1964190" y="109757"/>
                    <a:pt x="1909316" y="43930"/>
                  </a:cubicBezTo>
                  <a:cubicBezTo>
                    <a:pt x="1870902" y="29"/>
                    <a:pt x="1794082" y="29"/>
                    <a:pt x="1755697" y="43930"/>
                  </a:cubicBezTo>
                  <a:cubicBezTo>
                    <a:pt x="1700823" y="109757"/>
                    <a:pt x="1607554" y="186567"/>
                    <a:pt x="1486854" y="186567"/>
                  </a:cubicBezTo>
                  <a:cubicBezTo>
                    <a:pt x="1366153" y="186567"/>
                    <a:pt x="1272884" y="109757"/>
                    <a:pt x="1218010" y="43930"/>
                  </a:cubicBezTo>
                  <a:cubicBezTo>
                    <a:pt x="1196084" y="22004"/>
                    <a:pt x="1168643" y="5506"/>
                    <a:pt x="1141210" y="5506"/>
                  </a:cubicBezTo>
                  <a:cubicBezTo>
                    <a:pt x="1113769" y="5506"/>
                    <a:pt x="1080850" y="16488"/>
                    <a:pt x="1064401" y="43930"/>
                  </a:cubicBezTo>
                  <a:cubicBezTo>
                    <a:pt x="1009517" y="109757"/>
                    <a:pt x="916258" y="186567"/>
                    <a:pt x="795557" y="186567"/>
                  </a:cubicBezTo>
                  <a:cubicBezTo>
                    <a:pt x="674857" y="186567"/>
                    <a:pt x="581588" y="109757"/>
                    <a:pt x="526714" y="43930"/>
                  </a:cubicBezTo>
                  <a:cubicBezTo>
                    <a:pt x="504778" y="22004"/>
                    <a:pt x="477346" y="5506"/>
                    <a:pt x="449905" y="5506"/>
                  </a:cubicBezTo>
                  <a:cubicBezTo>
                    <a:pt x="422463" y="5506"/>
                    <a:pt x="389554" y="16488"/>
                    <a:pt x="373095" y="43930"/>
                  </a:cubicBezTo>
                  <a:cubicBezTo>
                    <a:pt x="318221" y="109757"/>
                    <a:pt x="224952" y="192073"/>
                    <a:pt x="104251" y="192073"/>
                  </a:cubicBezTo>
                  <a:cubicBezTo>
                    <a:pt x="49378" y="192073"/>
                    <a:pt x="0" y="235974"/>
                    <a:pt x="0" y="296324"/>
                  </a:cubicBezTo>
                  <a:cubicBezTo>
                    <a:pt x="0" y="351208"/>
                    <a:pt x="43901" y="400575"/>
                    <a:pt x="104251" y="400575"/>
                  </a:cubicBezTo>
                  <a:cubicBezTo>
                    <a:pt x="230429" y="400575"/>
                    <a:pt x="345663" y="351208"/>
                    <a:pt x="449905" y="263415"/>
                  </a:cubicBezTo>
                  <a:cubicBezTo>
                    <a:pt x="554156" y="351208"/>
                    <a:pt x="674857" y="400575"/>
                    <a:pt x="795557" y="400575"/>
                  </a:cubicBezTo>
                  <a:cubicBezTo>
                    <a:pt x="921735" y="400575"/>
                    <a:pt x="1036969" y="351208"/>
                    <a:pt x="1141210" y="263415"/>
                  </a:cubicBezTo>
                  <a:cubicBezTo>
                    <a:pt x="1245462" y="351208"/>
                    <a:pt x="1366163" y="400575"/>
                    <a:pt x="1486863" y="400575"/>
                  </a:cubicBezTo>
                  <a:cubicBezTo>
                    <a:pt x="1613041" y="400575"/>
                    <a:pt x="1728275" y="351208"/>
                    <a:pt x="1832516" y="263415"/>
                  </a:cubicBezTo>
                  <a:cubicBezTo>
                    <a:pt x="1936768" y="351208"/>
                    <a:pt x="2057469" y="400575"/>
                    <a:pt x="2178170" y="400575"/>
                  </a:cubicBezTo>
                  <a:cubicBezTo>
                    <a:pt x="2304347" y="400575"/>
                    <a:pt x="2419581" y="351208"/>
                    <a:pt x="2523823" y="263415"/>
                  </a:cubicBezTo>
                  <a:cubicBezTo>
                    <a:pt x="2628074" y="351208"/>
                    <a:pt x="2748775" y="400575"/>
                    <a:pt x="2869475" y="400575"/>
                  </a:cubicBezTo>
                  <a:cubicBezTo>
                    <a:pt x="2995653" y="400575"/>
                    <a:pt x="3110887" y="351208"/>
                    <a:pt x="3215128" y="263415"/>
                  </a:cubicBezTo>
                  <a:cubicBezTo>
                    <a:pt x="3319380" y="351208"/>
                    <a:pt x="3440081" y="400575"/>
                    <a:pt x="3560782" y="400575"/>
                  </a:cubicBezTo>
                  <a:cubicBezTo>
                    <a:pt x="3615665" y="400575"/>
                    <a:pt x="3665033" y="356684"/>
                    <a:pt x="3665033" y="296324"/>
                  </a:cubicBezTo>
                  <a:cubicBezTo>
                    <a:pt x="3665033" y="224952"/>
                    <a:pt x="3621142" y="181051"/>
                    <a:pt x="3560782" y="181051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</p:grpSp>
      <p:sp>
        <p:nvSpPr>
          <p:cNvPr id="321" name="Freeform 320">
            <a:extLst>
              <a:ext uri="{FF2B5EF4-FFF2-40B4-BE49-F238E27FC236}">
                <a16:creationId xmlns:a16="http://schemas.microsoft.com/office/drawing/2014/main" xmlns="" id="{1745832D-3086-6D94-8B3E-3B482C1462BB}"/>
              </a:ext>
            </a:extLst>
          </p:cNvPr>
          <p:cNvSpPr/>
          <p:nvPr/>
        </p:nvSpPr>
        <p:spPr>
          <a:xfrm>
            <a:off x="8453286" y="3731464"/>
            <a:ext cx="304516" cy="272416"/>
          </a:xfrm>
          <a:custGeom>
            <a:avLst/>
            <a:gdLst>
              <a:gd name="connsiteX0" fmla="*/ 5168159 w 5212903"/>
              <a:gd name="connsiteY0" fmla="*/ 4438505 h 4663388"/>
              <a:gd name="connsiteX1" fmla="*/ 5003557 w 5212903"/>
              <a:gd name="connsiteY1" fmla="*/ 4438505 h 4663388"/>
              <a:gd name="connsiteX2" fmla="*/ 5003557 w 5212903"/>
              <a:gd name="connsiteY2" fmla="*/ 3352197 h 4663388"/>
              <a:gd name="connsiteX3" fmla="*/ 4904821 w 5212903"/>
              <a:gd name="connsiteY3" fmla="*/ 3253462 h 4663388"/>
              <a:gd name="connsiteX4" fmla="*/ 4312290 w 5212903"/>
              <a:gd name="connsiteY4" fmla="*/ 3253423 h 4663388"/>
              <a:gd name="connsiteX5" fmla="*/ 4312290 w 5212903"/>
              <a:gd name="connsiteY5" fmla="*/ 2551164 h 4663388"/>
              <a:gd name="connsiteX6" fmla="*/ 4614052 w 5212903"/>
              <a:gd name="connsiteY6" fmla="*/ 2551164 h 4663388"/>
              <a:gd name="connsiteX7" fmla="*/ 4734753 w 5212903"/>
              <a:gd name="connsiteY7" fmla="*/ 2430463 h 4663388"/>
              <a:gd name="connsiteX8" fmla="*/ 4641494 w 5212903"/>
              <a:gd name="connsiteY8" fmla="*/ 2315229 h 4663388"/>
              <a:gd name="connsiteX9" fmla="*/ 3862415 w 5212903"/>
              <a:gd name="connsiteY9" fmla="*/ 2123185 h 4663388"/>
              <a:gd name="connsiteX10" fmla="*/ 2710271 w 5212903"/>
              <a:gd name="connsiteY10" fmla="*/ 1042364 h 4663388"/>
              <a:gd name="connsiteX11" fmla="*/ 2710271 w 5212903"/>
              <a:gd name="connsiteY11" fmla="*/ 652810 h 4663388"/>
              <a:gd name="connsiteX12" fmla="*/ 3308279 w 5212903"/>
              <a:gd name="connsiteY12" fmla="*/ 685719 h 4663388"/>
              <a:gd name="connsiteX13" fmla="*/ 3335721 w 5212903"/>
              <a:gd name="connsiteY13" fmla="*/ 647304 h 4663388"/>
              <a:gd name="connsiteX14" fmla="*/ 3335721 w 5212903"/>
              <a:gd name="connsiteY14" fmla="*/ 224838 h 4663388"/>
              <a:gd name="connsiteX15" fmla="*/ 3286353 w 5212903"/>
              <a:gd name="connsiteY15" fmla="*/ 186414 h 4663388"/>
              <a:gd name="connsiteX16" fmla="*/ 2704804 w 5212903"/>
              <a:gd name="connsiteY16" fmla="*/ 147991 h 4663388"/>
              <a:gd name="connsiteX17" fmla="*/ 2704765 w 5212903"/>
              <a:gd name="connsiteY17" fmla="*/ 54880 h 4663388"/>
              <a:gd name="connsiteX18" fmla="*/ 2649891 w 5212903"/>
              <a:gd name="connsiteY18" fmla="*/ 0 h 4663388"/>
              <a:gd name="connsiteX19" fmla="*/ 2567605 w 5212903"/>
              <a:gd name="connsiteY19" fmla="*/ 0 h 4663388"/>
              <a:gd name="connsiteX20" fmla="*/ 2512731 w 5212903"/>
              <a:gd name="connsiteY20" fmla="*/ 54880 h 4663388"/>
              <a:gd name="connsiteX21" fmla="*/ 2512731 w 5212903"/>
              <a:gd name="connsiteY21" fmla="*/ 1036946 h 4663388"/>
              <a:gd name="connsiteX22" fmla="*/ 1360587 w 5212903"/>
              <a:gd name="connsiteY22" fmla="*/ 2117767 h 4663388"/>
              <a:gd name="connsiteX23" fmla="*/ 581557 w 5212903"/>
              <a:gd name="connsiteY23" fmla="*/ 2309811 h 4663388"/>
              <a:gd name="connsiteX24" fmla="*/ 488289 w 5212903"/>
              <a:gd name="connsiteY24" fmla="*/ 2425045 h 4663388"/>
              <a:gd name="connsiteX25" fmla="*/ 608989 w 5212903"/>
              <a:gd name="connsiteY25" fmla="*/ 2545746 h 4663388"/>
              <a:gd name="connsiteX26" fmla="*/ 910712 w 5212903"/>
              <a:gd name="connsiteY26" fmla="*/ 2545706 h 4663388"/>
              <a:gd name="connsiteX27" fmla="*/ 910712 w 5212903"/>
              <a:gd name="connsiteY27" fmla="*/ 3253433 h 4663388"/>
              <a:gd name="connsiteX28" fmla="*/ 312704 w 5212903"/>
              <a:gd name="connsiteY28" fmla="*/ 3253433 h 4663388"/>
              <a:gd name="connsiteX29" fmla="*/ 213969 w 5212903"/>
              <a:gd name="connsiteY29" fmla="*/ 3352168 h 4663388"/>
              <a:gd name="connsiteX30" fmla="*/ 213969 w 5212903"/>
              <a:gd name="connsiteY30" fmla="*/ 4438475 h 4663388"/>
              <a:gd name="connsiteX31" fmla="*/ 49369 w 5212903"/>
              <a:gd name="connsiteY31" fmla="*/ 4438475 h 4663388"/>
              <a:gd name="connsiteX32" fmla="*/ 0 w 5212903"/>
              <a:gd name="connsiteY32" fmla="*/ 4487843 h 4663388"/>
              <a:gd name="connsiteX33" fmla="*/ 0 w 5212903"/>
              <a:gd name="connsiteY33" fmla="*/ 4614021 h 4663388"/>
              <a:gd name="connsiteX34" fmla="*/ 49369 w 5212903"/>
              <a:gd name="connsiteY34" fmla="*/ 4663389 h 4663388"/>
              <a:gd name="connsiteX35" fmla="*/ 5162692 w 5212903"/>
              <a:gd name="connsiteY35" fmla="*/ 4663389 h 4663388"/>
              <a:gd name="connsiteX36" fmla="*/ 5212059 w 5212903"/>
              <a:gd name="connsiteY36" fmla="*/ 4614021 h 4663388"/>
              <a:gd name="connsiteX37" fmla="*/ 5212059 w 5212903"/>
              <a:gd name="connsiteY37" fmla="*/ 4487843 h 4663388"/>
              <a:gd name="connsiteX38" fmla="*/ 5168168 w 5212903"/>
              <a:gd name="connsiteY38" fmla="*/ 4438514 h 4663388"/>
              <a:gd name="connsiteX39" fmla="*/ 1097250 w 5212903"/>
              <a:gd name="connsiteY39" fmla="*/ 4021548 h 4663388"/>
              <a:gd name="connsiteX40" fmla="*/ 1053359 w 5212903"/>
              <a:gd name="connsiteY40" fmla="*/ 4065439 h 4663388"/>
              <a:gd name="connsiteX41" fmla="*/ 702229 w 5212903"/>
              <a:gd name="connsiteY41" fmla="*/ 4065439 h 4663388"/>
              <a:gd name="connsiteX42" fmla="*/ 658328 w 5212903"/>
              <a:gd name="connsiteY42" fmla="*/ 4021548 h 4663388"/>
              <a:gd name="connsiteX43" fmla="*/ 658328 w 5212903"/>
              <a:gd name="connsiteY43" fmla="*/ 3725302 h 4663388"/>
              <a:gd name="connsiteX44" fmla="*/ 702229 w 5212903"/>
              <a:gd name="connsiteY44" fmla="*/ 3681411 h 4663388"/>
              <a:gd name="connsiteX45" fmla="*/ 1053359 w 5212903"/>
              <a:gd name="connsiteY45" fmla="*/ 3681411 h 4663388"/>
              <a:gd name="connsiteX46" fmla="*/ 1097250 w 5212903"/>
              <a:gd name="connsiteY46" fmla="*/ 3725302 h 4663388"/>
              <a:gd name="connsiteX47" fmla="*/ 1409955 w 5212903"/>
              <a:gd name="connsiteY47" fmla="*/ 2551193 h 4663388"/>
              <a:gd name="connsiteX48" fmla="*/ 1596483 w 5212903"/>
              <a:gd name="connsiteY48" fmla="*/ 2551193 h 4663388"/>
              <a:gd name="connsiteX49" fmla="*/ 1656833 w 5212903"/>
              <a:gd name="connsiteY49" fmla="*/ 2611543 h 4663388"/>
              <a:gd name="connsiteX50" fmla="*/ 1656833 w 5212903"/>
              <a:gd name="connsiteY50" fmla="*/ 3193092 h 4663388"/>
              <a:gd name="connsiteX51" fmla="*/ 1596483 w 5212903"/>
              <a:gd name="connsiteY51" fmla="*/ 3253442 h 4663388"/>
              <a:gd name="connsiteX52" fmla="*/ 1409955 w 5212903"/>
              <a:gd name="connsiteY52" fmla="*/ 3253442 h 4663388"/>
              <a:gd name="connsiteX53" fmla="*/ 1349604 w 5212903"/>
              <a:gd name="connsiteY53" fmla="*/ 3193092 h 4663388"/>
              <a:gd name="connsiteX54" fmla="*/ 1349604 w 5212903"/>
              <a:gd name="connsiteY54" fmla="*/ 2611543 h 4663388"/>
              <a:gd name="connsiteX55" fmla="*/ 1409955 w 5212903"/>
              <a:gd name="connsiteY55" fmla="*/ 2551193 h 4663388"/>
              <a:gd name="connsiteX56" fmla="*/ 1964101 w 5212903"/>
              <a:gd name="connsiteY56" fmla="*/ 4021548 h 4663388"/>
              <a:gd name="connsiteX57" fmla="*/ 1920210 w 5212903"/>
              <a:gd name="connsiteY57" fmla="*/ 4065439 h 4663388"/>
              <a:gd name="connsiteX58" fmla="*/ 1569080 w 5212903"/>
              <a:gd name="connsiteY58" fmla="*/ 4065439 h 4663388"/>
              <a:gd name="connsiteX59" fmla="*/ 1525179 w 5212903"/>
              <a:gd name="connsiteY59" fmla="*/ 4021548 h 4663388"/>
              <a:gd name="connsiteX60" fmla="*/ 1525179 w 5212903"/>
              <a:gd name="connsiteY60" fmla="*/ 3725302 h 4663388"/>
              <a:gd name="connsiteX61" fmla="*/ 1569080 w 5212903"/>
              <a:gd name="connsiteY61" fmla="*/ 3681411 h 4663388"/>
              <a:gd name="connsiteX62" fmla="*/ 1920210 w 5212903"/>
              <a:gd name="connsiteY62" fmla="*/ 3681411 h 4663388"/>
              <a:gd name="connsiteX63" fmla="*/ 1964101 w 5212903"/>
              <a:gd name="connsiteY63" fmla="*/ 3725302 h 4663388"/>
              <a:gd name="connsiteX64" fmla="*/ 2150629 w 5212903"/>
              <a:gd name="connsiteY64" fmla="*/ 2551193 h 4663388"/>
              <a:gd name="connsiteX65" fmla="*/ 2337156 w 5212903"/>
              <a:gd name="connsiteY65" fmla="*/ 2551193 h 4663388"/>
              <a:gd name="connsiteX66" fmla="*/ 2397507 w 5212903"/>
              <a:gd name="connsiteY66" fmla="*/ 2611543 h 4663388"/>
              <a:gd name="connsiteX67" fmla="*/ 2397507 w 5212903"/>
              <a:gd name="connsiteY67" fmla="*/ 3193092 h 4663388"/>
              <a:gd name="connsiteX68" fmla="*/ 2337156 w 5212903"/>
              <a:gd name="connsiteY68" fmla="*/ 3253442 h 4663388"/>
              <a:gd name="connsiteX69" fmla="*/ 2150629 w 5212903"/>
              <a:gd name="connsiteY69" fmla="*/ 3253442 h 4663388"/>
              <a:gd name="connsiteX70" fmla="*/ 2090278 w 5212903"/>
              <a:gd name="connsiteY70" fmla="*/ 3193092 h 4663388"/>
              <a:gd name="connsiteX71" fmla="*/ 2090278 w 5212903"/>
              <a:gd name="connsiteY71" fmla="*/ 2611543 h 4663388"/>
              <a:gd name="connsiteX72" fmla="*/ 2150629 w 5212903"/>
              <a:gd name="connsiteY72" fmla="*/ 2551193 h 4663388"/>
              <a:gd name="connsiteX73" fmla="*/ 2830923 w 5212903"/>
              <a:gd name="connsiteY73" fmla="*/ 4438514 h 4663388"/>
              <a:gd name="connsiteX74" fmla="*/ 2392001 w 5212903"/>
              <a:gd name="connsiteY74" fmla="*/ 4438514 h 4663388"/>
              <a:gd name="connsiteX75" fmla="*/ 2392001 w 5212903"/>
              <a:gd name="connsiteY75" fmla="*/ 3725273 h 4663388"/>
              <a:gd name="connsiteX76" fmla="*/ 2435902 w 5212903"/>
              <a:gd name="connsiteY76" fmla="*/ 3681372 h 4663388"/>
              <a:gd name="connsiteX77" fmla="*/ 2787031 w 5212903"/>
              <a:gd name="connsiteY77" fmla="*/ 3681372 h 4663388"/>
              <a:gd name="connsiteX78" fmla="*/ 2830923 w 5212903"/>
              <a:gd name="connsiteY78" fmla="*/ 3725273 h 4663388"/>
              <a:gd name="connsiteX79" fmla="*/ 3072334 w 5212903"/>
              <a:gd name="connsiteY79" fmla="*/ 3258938 h 4663388"/>
              <a:gd name="connsiteX80" fmla="*/ 2885806 w 5212903"/>
              <a:gd name="connsiteY80" fmla="*/ 3258938 h 4663388"/>
              <a:gd name="connsiteX81" fmla="*/ 2825456 w 5212903"/>
              <a:gd name="connsiteY81" fmla="*/ 3198588 h 4663388"/>
              <a:gd name="connsiteX82" fmla="*/ 2825456 w 5212903"/>
              <a:gd name="connsiteY82" fmla="*/ 2611524 h 4663388"/>
              <a:gd name="connsiteX83" fmla="*/ 2885806 w 5212903"/>
              <a:gd name="connsiteY83" fmla="*/ 2551173 h 4663388"/>
              <a:gd name="connsiteX84" fmla="*/ 3072334 w 5212903"/>
              <a:gd name="connsiteY84" fmla="*/ 2551173 h 4663388"/>
              <a:gd name="connsiteX85" fmla="*/ 3132685 w 5212903"/>
              <a:gd name="connsiteY85" fmla="*/ 2611524 h 4663388"/>
              <a:gd name="connsiteX86" fmla="*/ 3132685 w 5212903"/>
              <a:gd name="connsiteY86" fmla="*/ 3193072 h 4663388"/>
              <a:gd name="connsiteX87" fmla="*/ 3072334 w 5212903"/>
              <a:gd name="connsiteY87" fmla="*/ 3258938 h 4663388"/>
              <a:gd name="connsiteX88" fmla="*/ 3697784 w 5212903"/>
              <a:gd name="connsiteY88" fmla="*/ 4021548 h 4663388"/>
              <a:gd name="connsiteX89" fmla="*/ 3653883 w 5212903"/>
              <a:gd name="connsiteY89" fmla="*/ 4065439 h 4663388"/>
              <a:gd name="connsiteX90" fmla="*/ 3302753 w 5212903"/>
              <a:gd name="connsiteY90" fmla="*/ 4065439 h 4663388"/>
              <a:gd name="connsiteX91" fmla="*/ 3258862 w 5212903"/>
              <a:gd name="connsiteY91" fmla="*/ 4021548 h 4663388"/>
              <a:gd name="connsiteX92" fmla="*/ 3258862 w 5212903"/>
              <a:gd name="connsiteY92" fmla="*/ 3725302 h 4663388"/>
              <a:gd name="connsiteX93" fmla="*/ 3302753 w 5212903"/>
              <a:gd name="connsiteY93" fmla="*/ 3681411 h 4663388"/>
              <a:gd name="connsiteX94" fmla="*/ 3653883 w 5212903"/>
              <a:gd name="connsiteY94" fmla="*/ 3681411 h 4663388"/>
              <a:gd name="connsiteX95" fmla="*/ 3697784 w 5212903"/>
              <a:gd name="connsiteY95" fmla="*/ 3725302 h 4663388"/>
              <a:gd name="connsiteX96" fmla="*/ 3813018 w 5212903"/>
              <a:gd name="connsiteY96" fmla="*/ 3258938 h 4663388"/>
              <a:gd name="connsiteX97" fmla="*/ 3626490 w 5212903"/>
              <a:gd name="connsiteY97" fmla="*/ 3258938 h 4663388"/>
              <a:gd name="connsiteX98" fmla="*/ 3566140 w 5212903"/>
              <a:gd name="connsiteY98" fmla="*/ 3198588 h 4663388"/>
              <a:gd name="connsiteX99" fmla="*/ 3566140 w 5212903"/>
              <a:gd name="connsiteY99" fmla="*/ 2611524 h 4663388"/>
              <a:gd name="connsiteX100" fmla="*/ 3626490 w 5212903"/>
              <a:gd name="connsiteY100" fmla="*/ 2551173 h 4663388"/>
              <a:gd name="connsiteX101" fmla="*/ 3813018 w 5212903"/>
              <a:gd name="connsiteY101" fmla="*/ 2551173 h 4663388"/>
              <a:gd name="connsiteX102" fmla="*/ 3873368 w 5212903"/>
              <a:gd name="connsiteY102" fmla="*/ 2611524 h 4663388"/>
              <a:gd name="connsiteX103" fmla="*/ 3873368 w 5212903"/>
              <a:gd name="connsiteY103" fmla="*/ 3193072 h 4663388"/>
              <a:gd name="connsiteX104" fmla="*/ 3813018 w 5212903"/>
              <a:gd name="connsiteY104" fmla="*/ 3258938 h 4663388"/>
              <a:gd name="connsiteX105" fmla="*/ 4564645 w 5212903"/>
              <a:gd name="connsiteY105" fmla="*/ 4021548 h 4663388"/>
              <a:gd name="connsiteX106" fmla="*/ 4520744 w 5212903"/>
              <a:gd name="connsiteY106" fmla="*/ 4065439 h 4663388"/>
              <a:gd name="connsiteX107" fmla="*/ 4169624 w 5212903"/>
              <a:gd name="connsiteY107" fmla="*/ 4065439 h 4663388"/>
              <a:gd name="connsiteX108" fmla="*/ 4125723 w 5212903"/>
              <a:gd name="connsiteY108" fmla="*/ 4021548 h 4663388"/>
              <a:gd name="connsiteX109" fmla="*/ 4125723 w 5212903"/>
              <a:gd name="connsiteY109" fmla="*/ 3725302 h 4663388"/>
              <a:gd name="connsiteX110" fmla="*/ 4169624 w 5212903"/>
              <a:gd name="connsiteY110" fmla="*/ 3681411 h 4663388"/>
              <a:gd name="connsiteX111" fmla="*/ 4520744 w 5212903"/>
              <a:gd name="connsiteY111" fmla="*/ 3681411 h 4663388"/>
              <a:gd name="connsiteX112" fmla="*/ 4564645 w 5212903"/>
              <a:gd name="connsiteY112" fmla="*/ 3725302 h 4663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5212903" h="4663388">
                <a:moveTo>
                  <a:pt x="5168159" y="4438505"/>
                </a:moveTo>
                <a:lnTo>
                  <a:pt x="5003557" y="4438505"/>
                </a:lnTo>
                <a:lnTo>
                  <a:pt x="5003557" y="3352197"/>
                </a:lnTo>
                <a:cubicBezTo>
                  <a:pt x="5003557" y="3297314"/>
                  <a:pt x="4959666" y="3253462"/>
                  <a:pt x="4904821" y="3253462"/>
                </a:cubicBezTo>
                <a:lnTo>
                  <a:pt x="4312290" y="3253423"/>
                </a:lnTo>
                <a:lnTo>
                  <a:pt x="4312290" y="2551164"/>
                </a:lnTo>
                <a:lnTo>
                  <a:pt x="4614052" y="2551164"/>
                </a:lnTo>
                <a:cubicBezTo>
                  <a:pt x="4679879" y="2551164"/>
                  <a:pt x="4734753" y="2496290"/>
                  <a:pt x="4734753" y="2430463"/>
                </a:cubicBezTo>
                <a:cubicBezTo>
                  <a:pt x="4734753" y="2375589"/>
                  <a:pt x="4696328" y="2326211"/>
                  <a:pt x="4641494" y="2315229"/>
                </a:cubicBezTo>
                <a:cubicBezTo>
                  <a:pt x="4460433" y="2271337"/>
                  <a:pt x="4065402" y="2172592"/>
                  <a:pt x="3862415" y="2123185"/>
                </a:cubicBezTo>
                <a:cubicBezTo>
                  <a:pt x="3780139" y="1541636"/>
                  <a:pt x="3302792" y="1086255"/>
                  <a:pt x="2710271" y="1042364"/>
                </a:cubicBezTo>
                <a:lnTo>
                  <a:pt x="2710271" y="652810"/>
                </a:lnTo>
                <a:cubicBezTo>
                  <a:pt x="2924241" y="636351"/>
                  <a:pt x="3072383" y="751546"/>
                  <a:pt x="3308279" y="685719"/>
                </a:cubicBezTo>
                <a:cubicBezTo>
                  <a:pt x="3324738" y="680252"/>
                  <a:pt x="3335721" y="663793"/>
                  <a:pt x="3335721" y="647304"/>
                </a:cubicBezTo>
                <a:lnTo>
                  <a:pt x="3335721" y="224838"/>
                </a:lnTo>
                <a:cubicBezTo>
                  <a:pt x="3335721" y="197398"/>
                  <a:pt x="3308279" y="180942"/>
                  <a:pt x="3286353" y="186414"/>
                </a:cubicBezTo>
                <a:cubicBezTo>
                  <a:pt x="3061401" y="235783"/>
                  <a:pt x="2913297" y="131534"/>
                  <a:pt x="2704804" y="147991"/>
                </a:cubicBezTo>
                <a:lnTo>
                  <a:pt x="2704765" y="54880"/>
                </a:lnTo>
                <a:cubicBezTo>
                  <a:pt x="2704765" y="27440"/>
                  <a:pt x="2682839" y="0"/>
                  <a:pt x="2649891" y="0"/>
                </a:cubicBezTo>
                <a:lnTo>
                  <a:pt x="2567605" y="0"/>
                </a:lnTo>
                <a:cubicBezTo>
                  <a:pt x="2540163" y="0"/>
                  <a:pt x="2512731" y="21929"/>
                  <a:pt x="2512731" y="54880"/>
                </a:cubicBezTo>
                <a:lnTo>
                  <a:pt x="2512731" y="1036946"/>
                </a:lnTo>
                <a:cubicBezTo>
                  <a:pt x="1920200" y="1080838"/>
                  <a:pt x="1442883" y="1536219"/>
                  <a:pt x="1360587" y="2117767"/>
                </a:cubicBezTo>
                <a:cubicBezTo>
                  <a:pt x="1157639" y="2167135"/>
                  <a:pt x="762618" y="2265910"/>
                  <a:pt x="581557" y="2309811"/>
                </a:cubicBezTo>
                <a:cubicBezTo>
                  <a:pt x="526674" y="2320793"/>
                  <a:pt x="488289" y="2370161"/>
                  <a:pt x="488289" y="2425045"/>
                </a:cubicBezTo>
                <a:cubicBezTo>
                  <a:pt x="488289" y="2490872"/>
                  <a:pt x="543172" y="2545746"/>
                  <a:pt x="608989" y="2545746"/>
                </a:cubicBezTo>
                <a:lnTo>
                  <a:pt x="910712" y="2545706"/>
                </a:lnTo>
                <a:lnTo>
                  <a:pt x="910712" y="3253433"/>
                </a:lnTo>
                <a:lnTo>
                  <a:pt x="312704" y="3253433"/>
                </a:lnTo>
                <a:cubicBezTo>
                  <a:pt x="257830" y="3253433"/>
                  <a:pt x="213969" y="3297324"/>
                  <a:pt x="213969" y="3352168"/>
                </a:cubicBezTo>
                <a:lnTo>
                  <a:pt x="213969" y="4438475"/>
                </a:lnTo>
                <a:lnTo>
                  <a:pt x="49369" y="4438475"/>
                </a:lnTo>
                <a:cubicBezTo>
                  <a:pt x="21929" y="4438475"/>
                  <a:pt x="0" y="4460401"/>
                  <a:pt x="0" y="4487843"/>
                </a:cubicBezTo>
                <a:lnTo>
                  <a:pt x="0" y="4614021"/>
                </a:lnTo>
                <a:cubicBezTo>
                  <a:pt x="0" y="4641462"/>
                  <a:pt x="21929" y="4663389"/>
                  <a:pt x="49369" y="4663389"/>
                </a:cubicBezTo>
                <a:lnTo>
                  <a:pt x="5162692" y="4663389"/>
                </a:lnTo>
                <a:cubicBezTo>
                  <a:pt x="5190134" y="4663389"/>
                  <a:pt x="5212059" y="4641462"/>
                  <a:pt x="5212059" y="4614021"/>
                </a:cubicBezTo>
                <a:lnTo>
                  <a:pt x="5212059" y="4487843"/>
                </a:lnTo>
                <a:cubicBezTo>
                  <a:pt x="5217536" y="4460480"/>
                  <a:pt x="5195611" y="4438514"/>
                  <a:pt x="5168168" y="4438514"/>
                </a:cubicBezTo>
                <a:close/>
                <a:moveTo>
                  <a:pt x="1097250" y="4021548"/>
                </a:moveTo>
                <a:cubicBezTo>
                  <a:pt x="1097250" y="4043474"/>
                  <a:pt x="1075324" y="4065439"/>
                  <a:pt x="1053359" y="4065439"/>
                </a:cubicBezTo>
                <a:lnTo>
                  <a:pt x="702229" y="4065439"/>
                </a:lnTo>
                <a:cubicBezTo>
                  <a:pt x="680293" y="4065439"/>
                  <a:pt x="658328" y="4043513"/>
                  <a:pt x="658328" y="4021548"/>
                </a:cubicBezTo>
                <a:lnTo>
                  <a:pt x="658328" y="3725302"/>
                </a:lnTo>
                <a:cubicBezTo>
                  <a:pt x="658328" y="3703376"/>
                  <a:pt x="680254" y="3681411"/>
                  <a:pt x="702229" y="3681411"/>
                </a:cubicBezTo>
                <a:lnTo>
                  <a:pt x="1053359" y="3681411"/>
                </a:lnTo>
                <a:cubicBezTo>
                  <a:pt x="1075284" y="3681411"/>
                  <a:pt x="1097250" y="3703337"/>
                  <a:pt x="1097250" y="3725302"/>
                </a:cubicBezTo>
                <a:close/>
                <a:moveTo>
                  <a:pt x="1409955" y="2551193"/>
                </a:moveTo>
                <a:lnTo>
                  <a:pt x="1596483" y="2551193"/>
                </a:lnTo>
                <a:cubicBezTo>
                  <a:pt x="1629391" y="2551193"/>
                  <a:pt x="1656833" y="2578635"/>
                  <a:pt x="1656833" y="2611543"/>
                </a:cubicBezTo>
                <a:lnTo>
                  <a:pt x="1656833" y="3193092"/>
                </a:lnTo>
                <a:cubicBezTo>
                  <a:pt x="1656833" y="3226010"/>
                  <a:pt x="1629391" y="3253442"/>
                  <a:pt x="1596483" y="3253442"/>
                </a:cubicBezTo>
                <a:lnTo>
                  <a:pt x="1409955" y="3253442"/>
                </a:lnTo>
                <a:cubicBezTo>
                  <a:pt x="1377046" y="3253442"/>
                  <a:pt x="1349604" y="3226010"/>
                  <a:pt x="1349604" y="3193092"/>
                </a:cubicBezTo>
                <a:lnTo>
                  <a:pt x="1349604" y="2611543"/>
                </a:lnTo>
                <a:cubicBezTo>
                  <a:pt x="1344128" y="2578635"/>
                  <a:pt x="1371570" y="2551193"/>
                  <a:pt x="1409955" y="2551193"/>
                </a:cubicBezTo>
                <a:close/>
                <a:moveTo>
                  <a:pt x="1964101" y="4021548"/>
                </a:moveTo>
                <a:cubicBezTo>
                  <a:pt x="1964101" y="4043474"/>
                  <a:pt x="1942175" y="4065439"/>
                  <a:pt x="1920210" y="4065439"/>
                </a:cubicBezTo>
                <a:lnTo>
                  <a:pt x="1569080" y="4065439"/>
                </a:lnTo>
                <a:cubicBezTo>
                  <a:pt x="1547144" y="4065439"/>
                  <a:pt x="1525179" y="4043513"/>
                  <a:pt x="1525179" y="4021548"/>
                </a:cubicBezTo>
                <a:lnTo>
                  <a:pt x="1525179" y="3725302"/>
                </a:lnTo>
                <a:cubicBezTo>
                  <a:pt x="1525179" y="3703376"/>
                  <a:pt x="1547105" y="3681411"/>
                  <a:pt x="1569080" y="3681411"/>
                </a:cubicBezTo>
                <a:lnTo>
                  <a:pt x="1920210" y="3681411"/>
                </a:lnTo>
                <a:cubicBezTo>
                  <a:pt x="1942136" y="3681411"/>
                  <a:pt x="1964101" y="3703337"/>
                  <a:pt x="1964101" y="3725302"/>
                </a:cubicBezTo>
                <a:close/>
                <a:moveTo>
                  <a:pt x="2150629" y="2551193"/>
                </a:moveTo>
                <a:lnTo>
                  <a:pt x="2337156" y="2551193"/>
                </a:lnTo>
                <a:cubicBezTo>
                  <a:pt x="2370065" y="2551193"/>
                  <a:pt x="2397507" y="2578635"/>
                  <a:pt x="2397507" y="2611543"/>
                </a:cubicBezTo>
                <a:lnTo>
                  <a:pt x="2397507" y="3193092"/>
                </a:lnTo>
                <a:cubicBezTo>
                  <a:pt x="2397507" y="3226010"/>
                  <a:pt x="2370065" y="3253442"/>
                  <a:pt x="2337156" y="3253442"/>
                </a:cubicBezTo>
                <a:lnTo>
                  <a:pt x="2150629" y="3253442"/>
                </a:lnTo>
                <a:cubicBezTo>
                  <a:pt x="2117720" y="3253442"/>
                  <a:pt x="2090278" y="3226010"/>
                  <a:pt x="2090278" y="3193092"/>
                </a:cubicBezTo>
                <a:lnTo>
                  <a:pt x="2090278" y="2611543"/>
                </a:lnTo>
                <a:cubicBezTo>
                  <a:pt x="2084762" y="2578635"/>
                  <a:pt x="2112204" y="2551193"/>
                  <a:pt x="2150629" y="2551193"/>
                </a:cubicBezTo>
                <a:close/>
                <a:moveTo>
                  <a:pt x="2830923" y="4438514"/>
                </a:moveTo>
                <a:lnTo>
                  <a:pt x="2392001" y="4438514"/>
                </a:lnTo>
                <a:lnTo>
                  <a:pt x="2392001" y="3725273"/>
                </a:lnTo>
                <a:cubicBezTo>
                  <a:pt x="2392001" y="3703347"/>
                  <a:pt x="2413927" y="3681372"/>
                  <a:pt x="2435902" y="3681372"/>
                </a:cubicBezTo>
                <a:lnTo>
                  <a:pt x="2787031" y="3681372"/>
                </a:lnTo>
                <a:cubicBezTo>
                  <a:pt x="2808958" y="3681372"/>
                  <a:pt x="2830923" y="3703307"/>
                  <a:pt x="2830923" y="3725273"/>
                </a:cubicBezTo>
                <a:close/>
                <a:moveTo>
                  <a:pt x="3072334" y="3258938"/>
                </a:moveTo>
                <a:lnTo>
                  <a:pt x="2885806" y="3258938"/>
                </a:lnTo>
                <a:cubicBezTo>
                  <a:pt x="2852898" y="3258938"/>
                  <a:pt x="2825456" y="3231497"/>
                  <a:pt x="2825456" y="3198588"/>
                </a:cubicBezTo>
                <a:lnTo>
                  <a:pt x="2825456" y="2611524"/>
                </a:lnTo>
                <a:cubicBezTo>
                  <a:pt x="2825456" y="2578605"/>
                  <a:pt x="2852898" y="2551173"/>
                  <a:pt x="2885806" y="2551173"/>
                </a:cubicBezTo>
                <a:lnTo>
                  <a:pt x="3072334" y="2551173"/>
                </a:lnTo>
                <a:cubicBezTo>
                  <a:pt x="3105243" y="2551173"/>
                  <a:pt x="3132685" y="2578605"/>
                  <a:pt x="3132685" y="2611524"/>
                </a:cubicBezTo>
                <a:lnTo>
                  <a:pt x="3132685" y="3193072"/>
                </a:lnTo>
                <a:cubicBezTo>
                  <a:pt x="3138200" y="3231497"/>
                  <a:pt x="3110758" y="3258938"/>
                  <a:pt x="3072334" y="3258938"/>
                </a:cubicBezTo>
                <a:close/>
                <a:moveTo>
                  <a:pt x="3697784" y="4021548"/>
                </a:moveTo>
                <a:cubicBezTo>
                  <a:pt x="3697784" y="4043474"/>
                  <a:pt x="3675858" y="4065439"/>
                  <a:pt x="3653883" y="4065439"/>
                </a:cubicBezTo>
                <a:lnTo>
                  <a:pt x="3302753" y="4065439"/>
                </a:lnTo>
                <a:cubicBezTo>
                  <a:pt x="3280827" y="4065439"/>
                  <a:pt x="3258862" y="4043513"/>
                  <a:pt x="3258862" y="4021548"/>
                </a:cubicBezTo>
                <a:lnTo>
                  <a:pt x="3258862" y="3725302"/>
                </a:lnTo>
                <a:cubicBezTo>
                  <a:pt x="3258862" y="3703376"/>
                  <a:pt x="3280788" y="3681411"/>
                  <a:pt x="3302753" y="3681411"/>
                </a:cubicBezTo>
                <a:lnTo>
                  <a:pt x="3653883" y="3681411"/>
                </a:lnTo>
                <a:cubicBezTo>
                  <a:pt x="3675818" y="3681411"/>
                  <a:pt x="3697784" y="3703337"/>
                  <a:pt x="3697784" y="3725302"/>
                </a:cubicBezTo>
                <a:close/>
                <a:moveTo>
                  <a:pt x="3813018" y="3258938"/>
                </a:moveTo>
                <a:lnTo>
                  <a:pt x="3626490" y="3258938"/>
                </a:lnTo>
                <a:cubicBezTo>
                  <a:pt x="3593581" y="3258938"/>
                  <a:pt x="3566140" y="3231497"/>
                  <a:pt x="3566140" y="3198588"/>
                </a:cubicBezTo>
                <a:lnTo>
                  <a:pt x="3566140" y="2611524"/>
                </a:lnTo>
                <a:cubicBezTo>
                  <a:pt x="3566140" y="2578605"/>
                  <a:pt x="3593581" y="2551173"/>
                  <a:pt x="3626490" y="2551173"/>
                </a:cubicBezTo>
                <a:lnTo>
                  <a:pt x="3813018" y="2551173"/>
                </a:lnTo>
                <a:cubicBezTo>
                  <a:pt x="3845926" y="2551173"/>
                  <a:pt x="3873368" y="2578605"/>
                  <a:pt x="3873368" y="2611524"/>
                </a:cubicBezTo>
                <a:lnTo>
                  <a:pt x="3873368" y="3193072"/>
                </a:lnTo>
                <a:cubicBezTo>
                  <a:pt x="3878845" y="3231497"/>
                  <a:pt x="3851403" y="3258938"/>
                  <a:pt x="3813018" y="3258938"/>
                </a:cubicBezTo>
                <a:close/>
                <a:moveTo>
                  <a:pt x="4564645" y="4021548"/>
                </a:moveTo>
                <a:cubicBezTo>
                  <a:pt x="4564645" y="4043474"/>
                  <a:pt x="4542719" y="4065439"/>
                  <a:pt x="4520744" y="4065439"/>
                </a:cubicBezTo>
                <a:lnTo>
                  <a:pt x="4169624" y="4065439"/>
                </a:lnTo>
                <a:cubicBezTo>
                  <a:pt x="4147688" y="4065439"/>
                  <a:pt x="4125723" y="4043513"/>
                  <a:pt x="4125723" y="4021548"/>
                </a:cubicBezTo>
                <a:lnTo>
                  <a:pt x="4125723" y="3725302"/>
                </a:lnTo>
                <a:cubicBezTo>
                  <a:pt x="4125723" y="3703376"/>
                  <a:pt x="4147649" y="3681411"/>
                  <a:pt x="4169624" y="3681411"/>
                </a:cubicBezTo>
                <a:lnTo>
                  <a:pt x="4520744" y="3681411"/>
                </a:lnTo>
                <a:cubicBezTo>
                  <a:pt x="4542680" y="3681411"/>
                  <a:pt x="4564645" y="3703337"/>
                  <a:pt x="4564645" y="3725302"/>
                </a:cubicBezTo>
                <a:close/>
              </a:path>
            </a:pathLst>
          </a:custGeom>
          <a:solidFill>
            <a:srgbClr val="187E35"/>
          </a:solidFill>
          <a:ln w="979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Poppins" pitchFamily="2" charset="77"/>
            </a:endParaRPr>
          </a:p>
        </p:txBody>
      </p:sp>
      <p:grpSp>
        <p:nvGrpSpPr>
          <p:cNvPr id="410" name="Group 409">
            <a:extLst>
              <a:ext uri="{FF2B5EF4-FFF2-40B4-BE49-F238E27FC236}">
                <a16:creationId xmlns:a16="http://schemas.microsoft.com/office/drawing/2014/main" xmlns="" id="{2898EA1F-B55D-E60D-C121-D0EF3F65B1BB}"/>
              </a:ext>
            </a:extLst>
          </p:cNvPr>
          <p:cNvGrpSpPr/>
          <p:nvPr/>
        </p:nvGrpSpPr>
        <p:grpSpPr>
          <a:xfrm>
            <a:off x="8495677" y="4813081"/>
            <a:ext cx="248040" cy="294462"/>
            <a:chOff x="13046725" y="137120"/>
            <a:chExt cx="4390436" cy="5212129"/>
          </a:xfrm>
          <a:solidFill>
            <a:srgbClr val="187E35"/>
          </a:solidFill>
        </p:grpSpPr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xmlns="" id="{6DF6D638-0202-60F5-B188-732AB2548D15}"/>
                </a:ext>
              </a:extLst>
            </p:cNvPr>
            <p:cNvSpPr/>
            <p:nvPr/>
          </p:nvSpPr>
          <p:spPr>
            <a:xfrm>
              <a:off x="13908109" y="1903780"/>
              <a:ext cx="1865336" cy="301722"/>
            </a:xfrm>
            <a:custGeom>
              <a:avLst/>
              <a:gdLst>
                <a:gd name="connsiteX0" fmla="*/ 82276 w 1865336"/>
                <a:gd name="connsiteY0" fmla="*/ 0 h 301722"/>
                <a:gd name="connsiteX1" fmla="*/ 0 w 1865336"/>
                <a:gd name="connsiteY1" fmla="*/ 82276 h 301722"/>
                <a:gd name="connsiteX2" fmla="*/ 0 w 1865336"/>
                <a:gd name="connsiteY2" fmla="*/ 219436 h 301722"/>
                <a:gd name="connsiteX3" fmla="*/ 82276 w 1865336"/>
                <a:gd name="connsiteY3" fmla="*/ 301723 h 301722"/>
                <a:gd name="connsiteX4" fmla="*/ 1783060 w 1865336"/>
                <a:gd name="connsiteY4" fmla="*/ 301723 h 301722"/>
                <a:gd name="connsiteX5" fmla="*/ 1865337 w 1865336"/>
                <a:gd name="connsiteY5" fmla="*/ 219436 h 301722"/>
                <a:gd name="connsiteX6" fmla="*/ 1865337 w 1865336"/>
                <a:gd name="connsiteY6" fmla="*/ 82276 h 301722"/>
                <a:gd name="connsiteX7" fmla="*/ 1783060 w 1865336"/>
                <a:gd name="connsiteY7" fmla="*/ 0 h 30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5336" h="301722">
                  <a:moveTo>
                    <a:pt x="82276" y="0"/>
                  </a:moveTo>
                  <a:cubicBezTo>
                    <a:pt x="38375" y="0"/>
                    <a:pt x="0" y="38424"/>
                    <a:pt x="0" y="82276"/>
                  </a:cubicBezTo>
                  <a:lnTo>
                    <a:pt x="0" y="219436"/>
                  </a:lnTo>
                  <a:cubicBezTo>
                    <a:pt x="0" y="263337"/>
                    <a:pt x="38415" y="301723"/>
                    <a:pt x="82276" y="301723"/>
                  </a:cubicBezTo>
                  <a:lnTo>
                    <a:pt x="1783060" y="301723"/>
                  </a:lnTo>
                  <a:cubicBezTo>
                    <a:pt x="1826962" y="301723"/>
                    <a:pt x="1865337" y="263298"/>
                    <a:pt x="1865337" y="219436"/>
                  </a:cubicBezTo>
                  <a:lnTo>
                    <a:pt x="1865337" y="82276"/>
                  </a:lnTo>
                  <a:cubicBezTo>
                    <a:pt x="1865337" y="38385"/>
                    <a:pt x="1826912" y="0"/>
                    <a:pt x="1783060" y="0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xmlns="" id="{DBF2FF80-13C6-1EC9-036F-D4072BB195B2}"/>
                </a:ext>
              </a:extLst>
            </p:cNvPr>
            <p:cNvSpPr/>
            <p:nvPr/>
          </p:nvSpPr>
          <p:spPr>
            <a:xfrm>
              <a:off x="13908119" y="2682869"/>
              <a:ext cx="1865346" cy="301712"/>
            </a:xfrm>
            <a:custGeom>
              <a:avLst/>
              <a:gdLst>
                <a:gd name="connsiteX0" fmla="*/ 1865347 w 1865346"/>
                <a:gd name="connsiteY0" fmla="*/ 219436 h 301712"/>
                <a:gd name="connsiteX1" fmla="*/ 1865347 w 1865346"/>
                <a:gd name="connsiteY1" fmla="*/ 82276 h 301712"/>
                <a:gd name="connsiteX2" fmla="*/ 1783070 w 1865346"/>
                <a:gd name="connsiteY2" fmla="*/ 0 h 301712"/>
                <a:gd name="connsiteX3" fmla="*/ 82286 w 1865346"/>
                <a:gd name="connsiteY3" fmla="*/ 0 h 301712"/>
                <a:gd name="connsiteX4" fmla="*/ 0 w 1865346"/>
                <a:gd name="connsiteY4" fmla="*/ 82276 h 301712"/>
                <a:gd name="connsiteX5" fmla="*/ 0 w 1865346"/>
                <a:gd name="connsiteY5" fmla="*/ 219436 h 301712"/>
                <a:gd name="connsiteX6" fmla="*/ 82286 w 1865346"/>
                <a:gd name="connsiteY6" fmla="*/ 301713 h 301712"/>
                <a:gd name="connsiteX7" fmla="*/ 1783070 w 1865346"/>
                <a:gd name="connsiteY7" fmla="*/ 301713 h 301712"/>
                <a:gd name="connsiteX8" fmla="*/ 1865347 w 1865346"/>
                <a:gd name="connsiteY8" fmla="*/ 219436 h 30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5346" h="301712">
                  <a:moveTo>
                    <a:pt x="1865347" y="219436"/>
                  </a:moveTo>
                  <a:lnTo>
                    <a:pt x="1865347" y="82276"/>
                  </a:lnTo>
                  <a:cubicBezTo>
                    <a:pt x="1865347" y="38375"/>
                    <a:pt x="1826922" y="0"/>
                    <a:pt x="1783070" y="0"/>
                  </a:cubicBezTo>
                  <a:lnTo>
                    <a:pt x="82286" y="0"/>
                  </a:lnTo>
                  <a:cubicBezTo>
                    <a:pt x="38385" y="0"/>
                    <a:pt x="0" y="38415"/>
                    <a:pt x="0" y="82276"/>
                  </a:cubicBezTo>
                  <a:lnTo>
                    <a:pt x="0" y="219436"/>
                  </a:lnTo>
                  <a:cubicBezTo>
                    <a:pt x="0" y="263328"/>
                    <a:pt x="38424" y="301713"/>
                    <a:pt x="82286" y="301713"/>
                  </a:cubicBezTo>
                  <a:lnTo>
                    <a:pt x="1783070" y="301713"/>
                  </a:lnTo>
                  <a:cubicBezTo>
                    <a:pt x="1826922" y="301752"/>
                    <a:pt x="1865347" y="263328"/>
                    <a:pt x="1865347" y="219436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xmlns="" id="{7DB0CCE7-EABE-CBCA-8AD0-C32AE921852D}"/>
                </a:ext>
              </a:extLst>
            </p:cNvPr>
            <p:cNvSpPr/>
            <p:nvPr/>
          </p:nvSpPr>
          <p:spPr>
            <a:xfrm>
              <a:off x="13908080" y="3450965"/>
              <a:ext cx="1344148" cy="307238"/>
            </a:xfrm>
            <a:custGeom>
              <a:avLst/>
              <a:gdLst>
                <a:gd name="connsiteX0" fmla="*/ 10 w 1344148"/>
                <a:gd name="connsiteY0" fmla="*/ 87763 h 307238"/>
                <a:gd name="connsiteX1" fmla="*/ 10 w 1344148"/>
                <a:gd name="connsiteY1" fmla="*/ 224923 h 307238"/>
                <a:gd name="connsiteX2" fmla="*/ 82286 w 1344148"/>
                <a:gd name="connsiteY2" fmla="*/ 307199 h 307238"/>
                <a:gd name="connsiteX3" fmla="*/ 1338672 w 1344148"/>
                <a:gd name="connsiteY3" fmla="*/ 307238 h 307238"/>
                <a:gd name="connsiteX4" fmla="*/ 1338672 w 1344148"/>
                <a:gd name="connsiteY4" fmla="*/ 65827 h 307238"/>
                <a:gd name="connsiteX5" fmla="*/ 1344149 w 1344148"/>
                <a:gd name="connsiteY5" fmla="*/ 0 h 307238"/>
                <a:gd name="connsiteX6" fmla="*/ 82277 w 1344148"/>
                <a:gd name="connsiteY6" fmla="*/ 0 h 307238"/>
                <a:gd name="connsiteX7" fmla="*/ 0 w 1344148"/>
                <a:gd name="connsiteY7" fmla="*/ 87753 h 30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44148" h="307238">
                  <a:moveTo>
                    <a:pt x="10" y="87763"/>
                  </a:moveTo>
                  <a:lnTo>
                    <a:pt x="10" y="224923"/>
                  </a:lnTo>
                  <a:cubicBezTo>
                    <a:pt x="10" y="268824"/>
                    <a:pt x="38434" y="307199"/>
                    <a:pt x="82286" y="307199"/>
                  </a:cubicBezTo>
                  <a:lnTo>
                    <a:pt x="1338672" y="307238"/>
                  </a:lnTo>
                  <a:lnTo>
                    <a:pt x="1338672" y="65827"/>
                  </a:lnTo>
                  <a:cubicBezTo>
                    <a:pt x="1338672" y="43901"/>
                    <a:pt x="1338672" y="21936"/>
                    <a:pt x="1344149" y="0"/>
                  </a:cubicBezTo>
                  <a:lnTo>
                    <a:pt x="82277" y="0"/>
                  </a:lnTo>
                  <a:cubicBezTo>
                    <a:pt x="38415" y="5477"/>
                    <a:pt x="0" y="43862"/>
                    <a:pt x="0" y="87753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xmlns="" id="{261A883C-543E-2249-DD4E-474FF9C7EFAB}"/>
                </a:ext>
              </a:extLst>
            </p:cNvPr>
            <p:cNvSpPr/>
            <p:nvPr/>
          </p:nvSpPr>
          <p:spPr>
            <a:xfrm>
              <a:off x="13046725" y="932697"/>
              <a:ext cx="2326233" cy="3725265"/>
            </a:xfrm>
            <a:custGeom>
              <a:avLst/>
              <a:gdLst>
                <a:gd name="connsiteX0" fmla="*/ 307238 w 2326233"/>
                <a:gd name="connsiteY0" fmla="*/ 3418017 h 3725265"/>
                <a:gd name="connsiteX1" fmla="*/ 307238 w 2326233"/>
                <a:gd name="connsiteY1" fmla="*/ 307229 h 3725265"/>
                <a:gd name="connsiteX2" fmla="*/ 630926 w 2326233"/>
                <a:gd name="connsiteY2" fmla="*/ 307229 h 3725265"/>
                <a:gd name="connsiteX3" fmla="*/ 630926 w 2326233"/>
                <a:gd name="connsiteY3" fmla="*/ 0 h 3725265"/>
                <a:gd name="connsiteX4" fmla="*/ 290779 w 2326233"/>
                <a:gd name="connsiteY4" fmla="*/ 0 h 3725265"/>
                <a:gd name="connsiteX5" fmla="*/ 0 w 2326233"/>
                <a:gd name="connsiteY5" fmla="*/ 290779 h 3725265"/>
                <a:gd name="connsiteX6" fmla="*/ 0 w 2326233"/>
                <a:gd name="connsiteY6" fmla="*/ 3434486 h 3725265"/>
                <a:gd name="connsiteX7" fmla="*/ 290779 w 2326233"/>
                <a:gd name="connsiteY7" fmla="*/ 3725266 h 3725265"/>
                <a:gd name="connsiteX8" fmla="*/ 2326234 w 2326233"/>
                <a:gd name="connsiteY8" fmla="*/ 3725266 h 3725265"/>
                <a:gd name="connsiteX9" fmla="*/ 2221982 w 2326233"/>
                <a:gd name="connsiteY9" fmla="*/ 3423504 h 3725265"/>
                <a:gd name="connsiteX10" fmla="*/ 307229 w 2326233"/>
                <a:gd name="connsiteY10" fmla="*/ 3423543 h 372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6233" h="3725265">
                  <a:moveTo>
                    <a:pt x="307238" y="3418017"/>
                  </a:moveTo>
                  <a:lnTo>
                    <a:pt x="307238" y="307229"/>
                  </a:lnTo>
                  <a:lnTo>
                    <a:pt x="630926" y="307229"/>
                  </a:lnTo>
                  <a:lnTo>
                    <a:pt x="630926" y="0"/>
                  </a:lnTo>
                  <a:lnTo>
                    <a:pt x="290779" y="0"/>
                  </a:lnTo>
                  <a:cubicBezTo>
                    <a:pt x="131693" y="0"/>
                    <a:pt x="0" y="131683"/>
                    <a:pt x="0" y="290779"/>
                  </a:cubicBezTo>
                  <a:lnTo>
                    <a:pt x="0" y="3434486"/>
                  </a:lnTo>
                  <a:cubicBezTo>
                    <a:pt x="0" y="3593572"/>
                    <a:pt x="126177" y="3725266"/>
                    <a:pt x="290779" y="3725266"/>
                  </a:cubicBezTo>
                  <a:lnTo>
                    <a:pt x="2326234" y="3725266"/>
                  </a:lnTo>
                  <a:cubicBezTo>
                    <a:pt x="2282342" y="3632007"/>
                    <a:pt x="2243957" y="3533222"/>
                    <a:pt x="2221982" y="3423504"/>
                  </a:cubicBezTo>
                  <a:lnTo>
                    <a:pt x="307229" y="3423543"/>
                  </a:ln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xmlns="" id="{38A56B0F-E406-D0BB-437F-2B66F4F41868}"/>
                </a:ext>
              </a:extLst>
            </p:cNvPr>
            <p:cNvSpPr/>
            <p:nvPr/>
          </p:nvSpPr>
          <p:spPr>
            <a:xfrm>
              <a:off x="15976453" y="932712"/>
              <a:ext cx="647375" cy="1755643"/>
            </a:xfrm>
            <a:custGeom>
              <a:avLst/>
              <a:gdLst>
                <a:gd name="connsiteX0" fmla="*/ 345653 w 647375"/>
                <a:gd name="connsiteY0" fmla="*/ 1750137 h 1755643"/>
                <a:gd name="connsiteX1" fmla="*/ 488290 w 647375"/>
                <a:gd name="connsiteY1" fmla="*/ 1717228 h 1755643"/>
                <a:gd name="connsiteX2" fmla="*/ 647376 w 647375"/>
                <a:gd name="connsiteY2" fmla="*/ 1755643 h 1755643"/>
                <a:gd name="connsiteX3" fmla="*/ 647376 w 647375"/>
                <a:gd name="connsiteY3" fmla="*/ 290774 h 1755643"/>
                <a:gd name="connsiteX4" fmla="*/ 356597 w 647375"/>
                <a:gd name="connsiteY4" fmla="*/ 0 h 1755643"/>
                <a:gd name="connsiteX5" fmla="*/ 0 w 647375"/>
                <a:gd name="connsiteY5" fmla="*/ 0 h 1755643"/>
                <a:gd name="connsiteX6" fmla="*/ 0 w 647375"/>
                <a:gd name="connsiteY6" fmla="*/ 301767 h 1755643"/>
                <a:gd name="connsiteX7" fmla="*/ 340147 w 647375"/>
                <a:gd name="connsiteY7" fmla="*/ 301767 h 1755643"/>
                <a:gd name="connsiteX8" fmla="*/ 340147 w 647375"/>
                <a:gd name="connsiteY8" fmla="*/ 1750176 h 175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7375" h="1755643">
                  <a:moveTo>
                    <a:pt x="345653" y="1750137"/>
                  </a:moveTo>
                  <a:cubicBezTo>
                    <a:pt x="389554" y="1728211"/>
                    <a:pt x="438922" y="1717228"/>
                    <a:pt x="488290" y="1717228"/>
                  </a:cubicBezTo>
                  <a:cubicBezTo>
                    <a:pt x="543173" y="1717228"/>
                    <a:pt x="598008" y="1728211"/>
                    <a:pt x="647376" y="1755643"/>
                  </a:cubicBezTo>
                  <a:lnTo>
                    <a:pt x="647376" y="290774"/>
                  </a:lnTo>
                  <a:cubicBezTo>
                    <a:pt x="647376" y="131698"/>
                    <a:pt x="521198" y="0"/>
                    <a:pt x="356597" y="0"/>
                  </a:cubicBezTo>
                  <a:lnTo>
                    <a:pt x="0" y="0"/>
                  </a:lnTo>
                  <a:lnTo>
                    <a:pt x="0" y="301767"/>
                  </a:lnTo>
                  <a:lnTo>
                    <a:pt x="340147" y="301767"/>
                  </a:lnTo>
                  <a:lnTo>
                    <a:pt x="340147" y="1750176"/>
                  </a:ln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xmlns="" id="{7A791F41-E34A-950B-D804-1B4837FDDE36}"/>
                </a:ext>
              </a:extLst>
            </p:cNvPr>
            <p:cNvSpPr/>
            <p:nvPr/>
          </p:nvSpPr>
          <p:spPr>
            <a:xfrm>
              <a:off x="13897058" y="137120"/>
              <a:ext cx="1854481" cy="1207047"/>
            </a:xfrm>
            <a:custGeom>
              <a:avLst/>
              <a:gdLst>
                <a:gd name="connsiteX0" fmla="*/ 120760 w 1854481"/>
                <a:gd name="connsiteY0" fmla="*/ 1207047 h 1207047"/>
                <a:gd name="connsiteX1" fmla="*/ 1739248 w 1854481"/>
                <a:gd name="connsiteY1" fmla="*/ 1207047 h 1207047"/>
                <a:gd name="connsiteX2" fmla="*/ 1854482 w 1854481"/>
                <a:gd name="connsiteY2" fmla="*/ 1091813 h 1207047"/>
                <a:gd name="connsiteX3" fmla="*/ 1854482 w 1854481"/>
                <a:gd name="connsiteY3" fmla="*/ 630965 h 1207047"/>
                <a:gd name="connsiteX4" fmla="*/ 1739248 w 1854481"/>
                <a:gd name="connsiteY4" fmla="*/ 515731 h 1207047"/>
                <a:gd name="connsiteX5" fmla="*/ 1470404 w 1854481"/>
                <a:gd name="connsiteY5" fmla="*/ 515731 h 1207047"/>
                <a:gd name="connsiteX6" fmla="*/ 927241 w 1854481"/>
                <a:gd name="connsiteY6" fmla="*/ 0 h 1207047"/>
                <a:gd name="connsiteX7" fmla="*/ 384077 w 1854481"/>
                <a:gd name="connsiteY7" fmla="*/ 515731 h 1207047"/>
                <a:gd name="connsiteX8" fmla="*/ 115234 w 1854481"/>
                <a:gd name="connsiteY8" fmla="*/ 515731 h 1207047"/>
                <a:gd name="connsiteX9" fmla="*/ 0 w 1854481"/>
                <a:gd name="connsiteY9" fmla="*/ 630965 h 1207047"/>
                <a:gd name="connsiteX10" fmla="*/ 0 w 1854481"/>
                <a:gd name="connsiteY10" fmla="*/ 1091813 h 1207047"/>
                <a:gd name="connsiteX11" fmla="*/ 120779 w 1854481"/>
                <a:gd name="connsiteY11" fmla="*/ 1207047 h 1207047"/>
                <a:gd name="connsiteX12" fmla="*/ 927261 w 1854481"/>
                <a:gd name="connsiteY12" fmla="*/ 334719 h 1207047"/>
                <a:gd name="connsiteX13" fmla="*/ 1135754 w 1854481"/>
                <a:gd name="connsiteY13" fmla="*/ 543212 h 1207047"/>
                <a:gd name="connsiteX14" fmla="*/ 927261 w 1854481"/>
                <a:gd name="connsiteY14" fmla="*/ 751705 h 1207047"/>
                <a:gd name="connsiteX15" fmla="*/ 718767 w 1854481"/>
                <a:gd name="connsiteY15" fmla="*/ 543212 h 1207047"/>
                <a:gd name="connsiteX16" fmla="*/ 927261 w 1854481"/>
                <a:gd name="connsiteY16" fmla="*/ 334719 h 1207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54481" h="1207047">
                  <a:moveTo>
                    <a:pt x="120760" y="1207047"/>
                  </a:moveTo>
                  <a:lnTo>
                    <a:pt x="1739248" y="1207047"/>
                  </a:lnTo>
                  <a:cubicBezTo>
                    <a:pt x="1805075" y="1207047"/>
                    <a:pt x="1854482" y="1157679"/>
                    <a:pt x="1854482" y="1091813"/>
                  </a:cubicBezTo>
                  <a:lnTo>
                    <a:pt x="1854482" y="630965"/>
                  </a:lnTo>
                  <a:cubicBezTo>
                    <a:pt x="1854482" y="570613"/>
                    <a:pt x="1805114" y="515731"/>
                    <a:pt x="1739248" y="515731"/>
                  </a:cubicBezTo>
                  <a:lnTo>
                    <a:pt x="1470404" y="515731"/>
                  </a:lnTo>
                  <a:cubicBezTo>
                    <a:pt x="1453945" y="224952"/>
                    <a:pt x="1218010" y="0"/>
                    <a:pt x="927241" y="0"/>
                  </a:cubicBezTo>
                  <a:cubicBezTo>
                    <a:pt x="636472" y="0"/>
                    <a:pt x="400527" y="230429"/>
                    <a:pt x="384077" y="515731"/>
                  </a:cubicBezTo>
                  <a:lnTo>
                    <a:pt x="115234" y="515731"/>
                  </a:lnTo>
                  <a:cubicBezTo>
                    <a:pt x="54884" y="515731"/>
                    <a:pt x="0" y="565100"/>
                    <a:pt x="0" y="630965"/>
                  </a:cubicBezTo>
                  <a:lnTo>
                    <a:pt x="0" y="1091813"/>
                  </a:lnTo>
                  <a:cubicBezTo>
                    <a:pt x="5584" y="1152203"/>
                    <a:pt x="60429" y="1207047"/>
                    <a:pt x="120779" y="1207047"/>
                  </a:cubicBezTo>
                  <a:close/>
                  <a:moveTo>
                    <a:pt x="927261" y="334719"/>
                  </a:moveTo>
                  <a:cubicBezTo>
                    <a:pt x="1042494" y="334719"/>
                    <a:pt x="1135754" y="427983"/>
                    <a:pt x="1135754" y="543212"/>
                  </a:cubicBezTo>
                  <a:cubicBezTo>
                    <a:pt x="1135754" y="658446"/>
                    <a:pt x="1042494" y="751705"/>
                    <a:pt x="927261" y="751705"/>
                  </a:cubicBezTo>
                  <a:cubicBezTo>
                    <a:pt x="812027" y="751705"/>
                    <a:pt x="718767" y="658441"/>
                    <a:pt x="718767" y="543212"/>
                  </a:cubicBezTo>
                  <a:cubicBezTo>
                    <a:pt x="724274" y="427978"/>
                    <a:pt x="817542" y="334719"/>
                    <a:pt x="927261" y="334719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xmlns="" id="{D956584A-795B-23DD-5CF8-20430320AFEE}"/>
                </a:ext>
              </a:extLst>
            </p:cNvPr>
            <p:cNvSpPr/>
            <p:nvPr/>
          </p:nvSpPr>
          <p:spPr>
            <a:xfrm>
              <a:off x="15482647" y="2918774"/>
              <a:ext cx="1954514" cy="2430475"/>
            </a:xfrm>
            <a:custGeom>
              <a:avLst/>
              <a:gdLst>
                <a:gd name="connsiteX0" fmla="*/ 1827011 w 1954514"/>
                <a:gd name="connsiteY0" fmla="*/ 460848 h 2430475"/>
                <a:gd name="connsiteX1" fmla="*/ 1113769 w 1954514"/>
                <a:gd name="connsiteY1" fmla="*/ 82277 h 2430475"/>
                <a:gd name="connsiteX2" fmla="*/ 982085 w 1954514"/>
                <a:gd name="connsiteY2" fmla="*/ 0 h 2430475"/>
                <a:gd name="connsiteX3" fmla="*/ 844925 w 1954514"/>
                <a:gd name="connsiteY3" fmla="*/ 82277 h 2430475"/>
                <a:gd name="connsiteX4" fmla="*/ 131683 w 1954514"/>
                <a:gd name="connsiteY4" fmla="*/ 460848 h 2430475"/>
                <a:gd name="connsiteX5" fmla="*/ 0 w 1954514"/>
                <a:gd name="connsiteY5" fmla="*/ 608990 h 2430475"/>
                <a:gd name="connsiteX6" fmla="*/ 0 w 1954514"/>
                <a:gd name="connsiteY6" fmla="*/ 1201522 h 2430475"/>
                <a:gd name="connsiteX7" fmla="*/ 910752 w 1954514"/>
                <a:gd name="connsiteY7" fmla="*/ 2414016 h 2430475"/>
                <a:gd name="connsiteX8" fmla="*/ 976579 w 1954514"/>
                <a:gd name="connsiteY8" fmla="*/ 2430475 h 2430475"/>
                <a:gd name="connsiteX9" fmla="*/ 1042406 w 1954514"/>
                <a:gd name="connsiteY9" fmla="*/ 2414016 h 2430475"/>
                <a:gd name="connsiteX10" fmla="*/ 1953158 w 1954514"/>
                <a:gd name="connsiteY10" fmla="*/ 1201522 h 2430475"/>
                <a:gd name="connsiteX11" fmla="*/ 1953227 w 1954514"/>
                <a:gd name="connsiteY11" fmla="*/ 603475 h 2430475"/>
                <a:gd name="connsiteX12" fmla="*/ 1827011 w 1954514"/>
                <a:gd name="connsiteY12" fmla="*/ 460838 h 2430475"/>
                <a:gd name="connsiteX13" fmla="*/ 1481397 w 1954514"/>
                <a:gd name="connsiteY13" fmla="*/ 1091764 h 2430475"/>
                <a:gd name="connsiteX14" fmla="*/ 965665 w 1954514"/>
                <a:gd name="connsiteY14" fmla="*/ 1607496 h 2430475"/>
                <a:gd name="connsiteX15" fmla="*/ 861414 w 1954514"/>
                <a:gd name="connsiteY15" fmla="*/ 1651387 h 2430475"/>
                <a:gd name="connsiteX16" fmla="*/ 757162 w 1954514"/>
                <a:gd name="connsiteY16" fmla="*/ 1607496 h 2430475"/>
                <a:gd name="connsiteX17" fmla="*/ 488319 w 1954514"/>
                <a:gd name="connsiteY17" fmla="*/ 1338653 h 2430475"/>
                <a:gd name="connsiteX18" fmla="*/ 488319 w 1954514"/>
                <a:gd name="connsiteY18" fmla="*/ 1130159 h 2430475"/>
                <a:gd name="connsiteX19" fmla="*/ 696812 w 1954514"/>
                <a:gd name="connsiteY19" fmla="*/ 1130159 h 2430475"/>
                <a:gd name="connsiteX20" fmla="*/ 861414 w 1954514"/>
                <a:gd name="connsiteY20" fmla="*/ 1294761 h 2430475"/>
                <a:gd name="connsiteX21" fmla="*/ 1272894 w 1954514"/>
                <a:gd name="connsiteY21" fmla="*/ 883281 h 2430475"/>
                <a:gd name="connsiteX22" fmla="*/ 1481387 w 1954514"/>
                <a:gd name="connsiteY22" fmla="*/ 883281 h 2430475"/>
                <a:gd name="connsiteX23" fmla="*/ 1481387 w 1954514"/>
                <a:gd name="connsiteY23" fmla="*/ 1091774 h 2430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54514" h="2430475">
                  <a:moveTo>
                    <a:pt x="1827011" y="460848"/>
                  </a:moveTo>
                  <a:cubicBezTo>
                    <a:pt x="1283847" y="405964"/>
                    <a:pt x="1119284" y="98736"/>
                    <a:pt x="1113769" y="82277"/>
                  </a:cubicBezTo>
                  <a:cubicBezTo>
                    <a:pt x="1091843" y="32909"/>
                    <a:pt x="1036959" y="0"/>
                    <a:pt x="982085" y="0"/>
                  </a:cubicBezTo>
                  <a:cubicBezTo>
                    <a:pt x="927202" y="0"/>
                    <a:pt x="872367" y="32909"/>
                    <a:pt x="844925" y="82277"/>
                  </a:cubicBezTo>
                  <a:cubicBezTo>
                    <a:pt x="839449" y="93259"/>
                    <a:pt x="680324" y="400488"/>
                    <a:pt x="131683" y="460848"/>
                  </a:cubicBezTo>
                  <a:cubicBezTo>
                    <a:pt x="54874" y="466325"/>
                    <a:pt x="0" y="532181"/>
                    <a:pt x="0" y="608990"/>
                  </a:cubicBezTo>
                  <a:lnTo>
                    <a:pt x="0" y="1201522"/>
                  </a:lnTo>
                  <a:cubicBezTo>
                    <a:pt x="0" y="1936690"/>
                    <a:pt x="872328" y="2397557"/>
                    <a:pt x="910752" y="2414016"/>
                  </a:cubicBezTo>
                  <a:cubicBezTo>
                    <a:pt x="932678" y="2424999"/>
                    <a:pt x="954644" y="2430475"/>
                    <a:pt x="976579" y="2430475"/>
                  </a:cubicBezTo>
                  <a:cubicBezTo>
                    <a:pt x="998505" y="2430475"/>
                    <a:pt x="1020470" y="2424999"/>
                    <a:pt x="1042406" y="2414016"/>
                  </a:cubicBezTo>
                  <a:cubicBezTo>
                    <a:pt x="1080831" y="2397557"/>
                    <a:pt x="1953158" y="1936709"/>
                    <a:pt x="1953158" y="1201522"/>
                  </a:cubicBezTo>
                  <a:lnTo>
                    <a:pt x="1953227" y="603475"/>
                  </a:lnTo>
                  <a:cubicBezTo>
                    <a:pt x="1964180" y="532142"/>
                    <a:pt x="1903820" y="466315"/>
                    <a:pt x="1827011" y="460838"/>
                  </a:cubicBezTo>
                  <a:close/>
                  <a:moveTo>
                    <a:pt x="1481397" y="1091764"/>
                  </a:moveTo>
                  <a:lnTo>
                    <a:pt x="965665" y="1607496"/>
                  </a:lnTo>
                  <a:cubicBezTo>
                    <a:pt x="938224" y="1634937"/>
                    <a:pt x="899838" y="1651387"/>
                    <a:pt x="861414" y="1651387"/>
                  </a:cubicBezTo>
                  <a:cubicBezTo>
                    <a:pt x="822990" y="1651387"/>
                    <a:pt x="784604" y="1634937"/>
                    <a:pt x="757162" y="1607496"/>
                  </a:cubicBezTo>
                  <a:lnTo>
                    <a:pt x="488319" y="1338653"/>
                  </a:lnTo>
                  <a:cubicBezTo>
                    <a:pt x="427969" y="1278302"/>
                    <a:pt x="427969" y="1185033"/>
                    <a:pt x="488319" y="1130159"/>
                  </a:cubicBezTo>
                  <a:cubicBezTo>
                    <a:pt x="548670" y="1069809"/>
                    <a:pt x="641938" y="1069809"/>
                    <a:pt x="696812" y="1130159"/>
                  </a:cubicBezTo>
                  <a:lnTo>
                    <a:pt x="861414" y="1294761"/>
                  </a:lnTo>
                  <a:lnTo>
                    <a:pt x="1272894" y="883281"/>
                  </a:lnTo>
                  <a:cubicBezTo>
                    <a:pt x="1333244" y="822931"/>
                    <a:pt x="1426513" y="822931"/>
                    <a:pt x="1481387" y="883281"/>
                  </a:cubicBezTo>
                  <a:cubicBezTo>
                    <a:pt x="1536231" y="938165"/>
                    <a:pt x="1536231" y="1031424"/>
                    <a:pt x="1481387" y="1091774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9F000A16-269D-887C-30A4-32D239D144F8}"/>
              </a:ext>
            </a:extLst>
          </p:cNvPr>
          <p:cNvGrpSpPr/>
          <p:nvPr/>
        </p:nvGrpSpPr>
        <p:grpSpPr>
          <a:xfrm>
            <a:off x="8478976" y="1488942"/>
            <a:ext cx="286874" cy="376790"/>
            <a:chOff x="-2517876" y="4188191"/>
            <a:chExt cx="3413105" cy="4482884"/>
          </a:xfrm>
          <a:solidFill>
            <a:srgbClr val="187E3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xmlns="" id="{967CDA3B-D3A4-89D5-782E-EB88F8F1C1F9}"/>
                </a:ext>
              </a:extLst>
            </p:cNvPr>
            <p:cNvSpPr/>
            <p:nvPr/>
          </p:nvSpPr>
          <p:spPr>
            <a:xfrm>
              <a:off x="-2517876" y="5220389"/>
              <a:ext cx="1492789" cy="2341961"/>
            </a:xfrm>
            <a:custGeom>
              <a:avLst/>
              <a:gdLst>
                <a:gd name="connsiteX0" fmla="*/ 336123 w 1492789"/>
                <a:gd name="connsiteY0" fmla="*/ 2341962 h 2341961"/>
                <a:gd name="connsiteX1" fmla="*/ 1391667 w 1492789"/>
                <a:gd name="connsiteY1" fmla="*/ 2253631 h 2341961"/>
                <a:gd name="connsiteX2" fmla="*/ 1492627 w 1492789"/>
                <a:gd name="connsiteY2" fmla="*/ 2143912 h 2341961"/>
                <a:gd name="connsiteX3" fmla="*/ 1492627 w 1492789"/>
                <a:gd name="connsiteY3" fmla="*/ 950620 h 2341961"/>
                <a:gd name="connsiteX4" fmla="*/ 1180460 w 1492789"/>
                <a:gd name="connsiteY4" fmla="*/ 186365 h 2341961"/>
                <a:gd name="connsiteX5" fmla="*/ 671890 w 1492789"/>
                <a:gd name="connsiteY5" fmla="*/ 1483 h 2341961"/>
                <a:gd name="connsiteX6" fmla="*/ 198953 w 1492789"/>
                <a:gd name="connsiteY6" fmla="*/ 269758 h 2341961"/>
                <a:gd name="connsiteX7" fmla="*/ 17902 w 1492789"/>
                <a:gd name="connsiteY7" fmla="*/ 1074613 h 2341961"/>
                <a:gd name="connsiteX8" fmla="*/ 219243 w 1492789"/>
                <a:gd name="connsiteY8" fmla="*/ 2250858 h 2341961"/>
                <a:gd name="connsiteX9" fmla="*/ 329000 w 1492789"/>
                <a:gd name="connsiteY9" fmla="*/ 2341942 h 234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2789" h="2341961">
                  <a:moveTo>
                    <a:pt x="336123" y="2341962"/>
                  </a:moveTo>
                  <a:lnTo>
                    <a:pt x="1391667" y="2253631"/>
                  </a:lnTo>
                  <a:cubicBezTo>
                    <a:pt x="1448843" y="2249046"/>
                    <a:pt x="1492813" y="2201245"/>
                    <a:pt x="1492627" y="2143912"/>
                  </a:cubicBezTo>
                  <a:lnTo>
                    <a:pt x="1492627" y="950620"/>
                  </a:lnTo>
                  <a:cubicBezTo>
                    <a:pt x="1497682" y="663858"/>
                    <a:pt x="1384819" y="387588"/>
                    <a:pt x="1180460" y="186365"/>
                  </a:cubicBezTo>
                  <a:cubicBezTo>
                    <a:pt x="1044407" y="56053"/>
                    <a:pt x="859829" y="-11028"/>
                    <a:pt x="671890" y="1483"/>
                  </a:cubicBezTo>
                  <a:cubicBezTo>
                    <a:pt x="483374" y="19892"/>
                    <a:pt x="311502" y="117403"/>
                    <a:pt x="198953" y="269758"/>
                  </a:cubicBezTo>
                  <a:cubicBezTo>
                    <a:pt x="30491" y="501755"/>
                    <a:pt x="-34993" y="792837"/>
                    <a:pt x="17902" y="1074613"/>
                  </a:cubicBezTo>
                  <a:lnTo>
                    <a:pt x="219243" y="2250858"/>
                  </a:lnTo>
                  <a:cubicBezTo>
                    <a:pt x="228432" y="2304096"/>
                    <a:pt x="274969" y="2342745"/>
                    <a:pt x="329000" y="2341942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xmlns="" id="{F23A2EB5-E328-3F79-6018-A9F5D8EDF8BD}"/>
                </a:ext>
              </a:extLst>
            </p:cNvPr>
            <p:cNvSpPr/>
            <p:nvPr/>
          </p:nvSpPr>
          <p:spPr>
            <a:xfrm>
              <a:off x="-2250108" y="7639581"/>
              <a:ext cx="1237496" cy="1031494"/>
            </a:xfrm>
            <a:custGeom>
              <a:avLst/>
              <a:gdLst>
                <a:gd name="connsiteX0" fmla="*/ 1119000 w 1237496"/>
                <a:gd name="connsiteY0" fmla="*/ 69 h 1031494"/>
                <a:gd name="connsiteX1" fmla="*/ 101273 w 1237496"/>
                <a:gd name="connsiteY1" fmla="*/ 85109 h 1031494"/>
                <a:gd name="connsiteX2" fmla="*/ 23356 w 1237496"/>
                <a:gd name="connsiteY2" fmla="*/ 127354 h 1031494"/>
                <a:gd name="connsiteX3" fmla="*/ 1959 w 1237496"/>
                <a:gd name="connsiteY3" fmla="*/ 215685 h 1031494"/>
                <a:gd name="connsiteX4" fmla="*/ 59557 w 1237496"/>
                <a:gd name="connsiteY4" fmla="*/ 551463 h 1031494"/>
                <a:gd name="connsiteX5" fmla="*/ 59596 w 1237496"/>
                <a:gd name="connsiteY5" fmla="*/ 551423 h 1031494"/>
                <a:gd name="connsiteX6" fmla="*/ 263915 w 1237496"/>
                <a:gd name="connsiteY6" fmla="*/ 897037 h 1031494"/>
                <a:gd name="connsiteX7" fmla="*/ 642213 w 1237496"/>
                <a:gd name="connsiteY7" fmla="*/ 1031483 h 1031494"/>
                <a:gd name="connsiteX8" fmla="*/ 692687 w 1237496"/>
                <a:gd name="connsiteY8" fmla="*/ 1031483 h 1031494"/>
                <a:gd name="connsiteX9" fmla="*/ 1076383 w 1237496"/>
                <a:gd name="connsiteY9" fmla="*/ 848326 h 1031494"/>
                <a:gd name="connsiteX10" fmla="*/ 1237497 w 1237496"/>
                <a:gd name="connsiteY10" fmla="*/ 454872 h 1031494"/>
                <a:gd name="connsiteX11" fmla="*/ 1237497 w 1237496"/>
                <a:gd name="connsiteY11" fmla="*/ 114725 h 1031494"/>
                <a:gd name="connsiteX12" fmla="*/ 1201835 w 1237496"/>
                <a:gd name="connsiteY12" fmla="*/ 33517 h 1031494"/>
                <a:gd name="connsiteX13" fmla="*/ 1118981 w 1237496"/>
                <a:gd name="connsiteY13" fmla="*/ 69 h 1031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7496" h="1031494">
                  <a:moveTo>
                    <a:pt x="1119000" y="69"/>
                  </a:moveTo>
                  <a:lnTo>
                    <a:pt x="101273" y="85109"/>
                  </a:lnTo>
                  <a:cubicBezTo>
                    <a:pt x="70539" y="87597"/>
                    <a:pt x="42265" y="102939"/>
                    <a:pt x="23356" y="127354"/>
                  </a:cubicBezTo>
                  <a:cubicBezTo>
                    <a:pt x="3801" y="152307"/>
                    <a:pt x="-4007" y="184530"/>
                    <a:pt x="1959" y="215685"/>
                  </a:cubicBezTo>
                  <a:lnTo>
                    <a:pt x="59557" y="551463"/>
                  </a:lnTo>
                  <a:lnTo>
                    <a:pt x="59596" y="551423"/>
                  </a:lnTo>
                  <a:cubicBezTo>
                    <a:pt x="85127" y="687016"/>
                    <a:pt x="157450" y="809284"/>
                    <a:pt x="263915" y="897037"/>
                  </a:cubicBezTo>
                  <a:cubicBezTo>
                    <a:pt x="370381" y="984751"/>
                    <a:pt x="504288" y="1032326"/>
                    <a:pt x="642213" y="1031483"/>
                  </a:cubicBezTo>
                  <a:lnTo>
                    <a:pt x="692687" y="1031483"/>
                  </a:lnTo>
                  <a:cubicBezTo>
                    <a:pt x="838920" y="1020197"/>
                    <a:pt x="975697" y="954909"/>
                    <a:pt x="1076383" y="848326"/>
                  </a:cubicBezTo>
                  <a:cubicBezTo>
                    <a:pt x="1177107" y="741743"/>
                    <a:pt x="1234518" y="601487"/>
                    <a:pt x="1237497" y="454872"/>
                  </a:cubicBezTo>
                  <a:lnTo>
                    <a:pt x="1237497" y="114725"/>
                  </a:lnTo>
                  <a:cubicBezTo>
                    <a:pt x="1237575" y="83845"/>
                    <a:pt x="1224604" y="54375"/>
                    <a:pt x="1201835" y="33517"/>
                  </a:cubicBezTo>
                  <a:cubicBezTo>
                    <a:pt x="1180213" y="11130"/>
                    <a:pt x="1150096" y="-1038"/>
                    <a:pt x="1118981" y="69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xmlns="" id="{04AFA720-5836-A4A8-A7AB-05A179A50717}"/>
                </a:ext>
              </a:extLst>
            </p:cNvPr>
            <p:cNvSpPr/>
            <p:nvPr/>
          </p:nvSpPr>
          <p:spPr>
            <a:xfrm>
              <a:off x="-779235" y="4188191"/>
              <a:ext cx="1598289" cy="2370638"/>
            </a:xfrm>
            <a:custGeom>
              <a:avLst/>
              <a:gdLst>
                <a:gd name="connsiteX0" fmla="*/ 462857 w 1598289"/>
                <a:gd name="connsiteY0" fmla="*/ 2370639 h 2370638"/>
                <a:gd name="connsiteX1" fmla="*/ 1505273 w 1598289"/>
                <a:gd name="connsiteY1" fmla="*/ 2191763 h 2370638"/>
                <a:gd name="connsiteX2" fmla="*/ 1505312 w 1598289"/>
                <a:gd name="connsiteY2" fmla="*/ 2191763 h 2370638"/>
                <a:gd name="connsiteX3" fmla="*/ 1598042 w 1598289"/>
                <a:gd name="connsiteY3" fmla="*/ 2076000 h 2370638"/>
                <a:gd name="connsiteX4" fmla="*/ 1497622 w 1598289"/>
                <a:gd name="connsiteY4" fmla="*/ 884961 h 2370638"/>
                <a:gd name="connsiteX5" fmla="*/ 1121275 w 1598289"/>
                <a:gd name="connsiteY5" fmla="*/ 151439 h 2370638"/>
                <a:gd name="connsiteX6" fmla="*/ 596902 w 1598289"/>
                <a:gd name="connsiteY6" fmla="*/ 9077 h 2370638"/>
                <a:gd name="connsiteX7" fmla="*/ 148526 w 1598289"/>
                <a:gd name="connsiteY7" fmla="*/ 316002 h 2370638"/>
                <a:gd name="connsiteX8" fmla="*/ 38808 w 1598289"/>
                <a:gd name="connsiteY8" fmla="*/ 1134024 h 2370638"/>
                <a:gd name="connsiteX9" fmla="*/ 339992 w 1598289"/>
                <a:gd name="connsiteY9" fmla="*/ 2286168 h 2370638"/>
                <a:gd name="connsiteX10" fmla="*/ 446418 w 1598289"/>
                <a:gd name="connsiteY10" fmla="*/ 2367916 h 237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8289" h="2370638">
                  <a:moveTo>
                    <a:pt x="462857" y="2370639"/>
                  </a:moveTo>
                  <a:lnTo>
                    <a:pt x="1505273" y="2191763"/>
                  </a:lnTo>
                  <a:lnTo>
                    <a:pt x="1505312" y="2191763"/>
                  </a:lnTo>
                  <a:cubicBezTo>
                    <a:pt x="1561568" y="2183073"/>
                    <a:pt x="1601834" y="2132784"/>
                    <a:pt x="1598042" y="2076000"/>
                  </a:cubicBezTo>
                  <a:lnTo>
                    <a:pt x="1497622" y="884961"/>
                  </a:lnTo>
                  <a:cubicBezTo>
                    <a:pt x="1477989" y="599198"/>
                    <a:pt x="1341935" y="334029"/>
                    <a:pt x="1121275" y="151439"/>
                  </a:cubicBezTo>
                  <a:cubicBezTo>
                    <a:pt x="975767" y="29435"/>
                    <a:pt x="784076" y="-22578"/>
                    <a:pt x="596902" y="9077"/>
                  </a:cubicBezTo>
                  <a:cubicBezTo>
                    <a:pt x="409688" y="40765"/>
                    <a:pt x="245772" y="152977"/>
                    <a:pt x="148526" y="316002"/>
                  </a:cubicBezTo>
                  <a:cubicBezTo>
                    <a:pt x="961" y="561959"/>
                    <a:pt x="-38727" y="857872"/>
                    <a:pt x="38808" y="1134024"/>
                  </a:cubicBezTo>
                  <a:lnTo>
                    <a:pt x="339992" y="2286168"/>
                  </a:lnTo>
                  <a:cubicBezTo>
                    <a:pt x="352738" y="2334468"/>
                    <a:pt x="396472" y="2368062"/>
                    <a:pt x="446418" y="2367916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xmlns="" id="{628E5707-0F3C-1B23-7F23-163F670DA490}"/>
                </a:ext>
              </a:extLst>
            </p:cNvPr>
            <p:cNvSpPr/>
            <p:nvPr/>
          </p:nvSpPr>
          <p:spPr>
            <a:xfrm>
              <a:off x="-360556" y="6543714"/>
              <a:ext cx="1255785" cy="1070231"/>
            </a:xfrm>
            <a:custGeom>
              <a:avLst/>
              <a:gdLst>
                <a:gd name="connsiteX0" fmla="*/ 1254517 w 1255785"/>
                <a:gd name="connsiteY0" fmla="*/ 439821 h 1070231"/>
                <a:gd name="connsiteX1" fmla="*/ 1225430 w 1255785"/>
                <a:gd name="connsiteY1" fmla="*/ 100752 h 1070231"/>
                <a:gd name="connsiteX2" fmla="*/ 1183714 w 1255785"/>
                <a:gd name="connsiteY2" fmla="*/ 22836 h 1070231"/>
                <a:gd name="connsiteX3" fmla="*/ 1097606 w 1255785"/>
                <a:gd name="connsiteY3" fmla="*/ 1438 h 1070231"/>
                <a:gd name="connsiteX4" fmla="*/ 90852 w 1255785"/>
                <a:gd name="connsiteY4" fmla="*/ 174270 h 1070231"/>
                <a:gd name="connsiteX5" fmla="*/ 17334 w 1255785"/>
                <a:gd name="connsiteY5" fmla="*/ 223109 h 1070231"/>
                <a:gd name="connsiteX6" fmla="*/ 3638 w 1255785"/>
                <a:gd name="connsiteY6" fmla="*/ 310323 h 1070231"/>
                <a:gd name="connsiteX7" fmla="*/ 89206 w 1255785"/>
                <a:gd name="connsiteY7" fmla="*/ 639526 h 1070231"/>
                <a:gd name="connsiteX8" fmla="*/ 301569 w 1255785"/>
                <a:gd name="connsiteY8" fmla="*/ 951507 h 1070231"/>
                <a:gd name="connsiteX9" fmla="*/ 659772 w 1255785"/>
                <a:gd name="connsiteY9" fmla="*/ 1070219 h 1070231"/>
                <a:gd name="connsiteX10" fmla="*/ 761300 w 1255785"/>
                <a:gd name="connsiteY10" fmla="*/ 1061421 h 1070231"/>
                <a:gd name="connsiteX11" fmla="*/ 1127772 w 1255785"/>
                <a:gd name="connsiteY11" fmla="*/ 845727 h 1070231"/>
                <a:gd name="connsiteX12" fmla="*/ 1254527 w 1255785"/>
                <a:gd name="connsiteY12" fmla="*/ 439831 h 10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5785" h="1070231">
                  <a:moveTo>
                    <a:pt x="1254517" y="439821"/>
                  </a:moveTo>
                  <a:lnTo>
                    <a:pt x="1225430" y="100752"/>
                  </a:lnTo>
                  <a:cubicBezTo>
                    <a:pt x="1223059" y="70097"/>
                    <a:pt x="1207942" y="41813"/>
                    <a:pt x="1183714" y="22836"/>
                  </a:cubicBezTo>
                  <a:cubicBezTo>
                    <a:pt x="1159152" y="4270"/>
                    <a:pt x="1128036" y="-3460"/>
                    <a:pt x="1097606" y="1438"/>
                  </a:cubicBezTo>
                  <a:lnTo>
                    <a:pt x="90852" y="174270"/>
                  </a:lnTo>
                  <a:cubicBezTo>
                    <a:pt x="60579" y="179550"/>
                    <a:pt x="33911" y="197274"/>
                    <a:pt x="17334" y="223109"/>
                  </a:cubicBezTo>
                  <a:cubicBezTo>
                    <a:pt x="767" y="248973"/>
                    <a:pt x="-4210" y="280628"/>
                    <a:pt x="3638" y="310323"/>
                  </a:cubicBezTo>
                  <a:lnTo>
                    <a:pt x="89206" y="639526"/>
                  </a:lnTo>
                  <a:cubicBezTo>
                    <a:pt x="123810" y="764019"/>
                    <a:pt x="198425" y="873659"/>
                    <a:pt x="301569" y="951507"/>
                  </a:cubicBezTo>
                  <a:cubicBezTo>
                    <a:pt x="404664" y="1029345"/>
                    <a:pt x="530577" y="1071061"/>
                    <a:pt x="659772" y="1070219"/>
                  </a:cubicBezTo>
                  <a:cubicBezTo>
                    <a:pt x="693797" y="1069993"/>
                    <a:pt x="727745" y="1067044"/>
                    <a:pt x="761300" y="1061421"/>
                  </a:cubicBezTo>
                  <a:cubicBezTo>
                    <a:pt x="905964" y="1037496"/>
                    <a:pt x="1036619" y="960618"/>
                    <a:pt x="1127772" y="845727"/>
                  </a:cubicBezTo>
                  <a:cubicBezTo>
                    <a:pt x="1218924" y="730836"/>
                    <a:pt x="1264089" y="586181"/>
                    <a:pt x="1254527" y="439831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Poppins" pitchFamily="2" charset="77"/>
              </a:endParaRPr>
            </a:p>
          </p:txBody>
        </p:sp>
      </p:grpSp>
      <p:sp>
        <p:nvSpPr>
          <p:cNvPr id="161" name="Oval 160">
            <a:extLst>
              <a:ext uri="{FF2B5EF4-FFF2-40B4-BE49-F238E27FC236}">
                <a16:creationId xmlns="" xmlns:a16="http://schemas.microsoft.com/office/drawing/2014/main" id="{A19DF7B3-6197-4A98-8141-8C3903A7B98C}"/>
              </a:ext>
            </a:extLst>
          </p:cNvPr>
          <p:cNvSpPr/>
          <p:nvPr/>
        </p:nvSpPr>
        <p:spPr>
          <a:xfrm>
            <a:off x="-237980" y="4233492"/>
            <a:ext cx="3684204" cy="368420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0" name="Picture 159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32" y="4911425"/>
            <a:ext cx="1991877" cy="19918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FCE3398-98D3-5B92-AF8D-F815F917617A}"/>
              </a:ext>
            </a:extLst>
          </p:cNvPr>
          <p:cNvSpPr txBox="1"/>
          <p:nvPr/>
        </p:nvSpPr>
        <p:spPr>
          <a:xfrm>
            <a:off x="5044106" y="1406572"/>
            <a:ext cx="30516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sz="1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Education-First Approach – Structured learning on agribusiness and modern farming techniques.</a:t>
            </a:r>
            <a:endParaRPr lang="en-US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39839" y="585147"/>
            <a:ext cx="829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Others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343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="" xmlns:a16="http://schemas.microsoft.com/office/drawing/2014/main" id="{6C760811-32C5-4EF9-809B-75D4827D3DD4}"/>
              </a:ext>
            </a:extLst>
          </p:cNvPr>
          <p:cNvSpPr txBox="1">
            <a:spLocks/>
          </p:cNvSpPr>
          <p:nvPr/>
        </p:nvSpPr>
        <p:spPr>
          <a:xfrm>
            <a:off x="1082580" y="831968"/>
            <a:ext cx="9173401" cy="7386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da-DK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itchFamily="2" charset="0"/>
                <a:ea typeface="Roboto" pitchFamily="2" charset="0"/>
              </a:rPr>
              <a:t>Our team</a:t>
            </a:r>
            <a:endParaRPr lang="da-DK" sz="4800" b="1" dirty="0">
              <a:solidFill>
                <a:schemeClr val="accent2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5AA7545A-8F9A-46F6-9A3B-E8BBD45951B8}"/>
              </a:ext>
            </a:extLst>
          </p:cNvPr>
          <p:cNvSpPr txBox="1">
            <a:spLocks/>
          </p:cNvSpPr>
          <p:nvPr/>
        </p:nvSpPr>
        <p:spPr>
          <a:xfrm>
            <a:off x="1188121" y="3345758"/>
            <a:ext cx="2339911" cy="4924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da-DK" sz="3200" dirty="0" smtClean="0">
                <a:solidFill>
                  <a:schemeClr val="accent6">
                    <a:lumMod val="75000"/>
                  </a:schemeClr>
                </a:solidFill>
                <a:latin typeface="Roboto" pitchFamily="2" charset="0"/>
                <a:ea typeface="Roboto" pitchFamily="2" charset="0"/>
              </a:rPr>
              <a:t>Ebube</a:t>
            </a:r>
            <a:endParaRPr lang="en-US" sz="3200" dirty="0">
              <a:solidFill>
                <a:schemeClr val="accent6">
                  <a:lumMod val="7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3918C9A3-4FDE-4A21-BBD8-21DABEE96170}"/>
              </a:ext>
            </a:extLst>
          </p:cNvPr>
          <p:cNvSpPr/>
          <p:nvPr/>
        </p:nvSpPr>
        <p:spPr>
          <a:xfrm>
            <a:off x="951687" y="2439340"/>
            <a:ext cx="2797732" cy="2797722"/>
          </a:xfrm>
          <a:prstGeom prst="ellipse">
            <a:avLst/>
          </a:prstGeom>
          <a:solidFill>
            <a:srgbClr val="92D05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BF2FC3A8-7E29-4BEA-8432-07C5F4E82CF9}"/>
              </a:ext>
            </a:extLst>
          </p:cNvPr>
          <p:cNvSpPr/>
          <p:nvPr/>
        </p:nvSpPr>
        <p:spPr>
          <a:xfrm>
            <a:off x="4458924" y="2439339"/>
            <a:ext cx="2797732" cy="2797722"/>
          </a:xfrm>
          <a:prstGeom prst="ellipse">
            <a:avLst/>
          </a:prstGeom>
          <a:solidFill>
            <a:srgbClr val="92D050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5F2EEC28-FA24-46FF-81F0-1B10D49E070E}"/>
              </a:ext>
            </a:extLst>
          </p:cNvPr>
          <p:cNvSpPr/>
          <p:nvPr/>
        </p:nvSpPr>
        <p:spPr>
          <a:xfrm>
            <a:off x="8013269" y="2581158"/>
            <a:ext cx="2979200" cy="2979188"/>
          </a:xfrm>
          <a:prstGeom prst="ellipse">
            <a:avLst/>
          </a:pr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5AA7545A-8F9A-46F6-9A3B-E8BBD45951B8}"/>
              </a:ext>
            </a:extLst>
          </p:cNvPr>
          <p:cNvSpPr txBox="1">
            <a:spLocks/>
          </p:cNvSpPr>
          <p:nvPr/>
        </p:nvSpPr>
        <p:spPr>
          <a:xfrm>
            <a:off x="1188121" y="4064350"/>
            <a:ext cx="2347400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da-DK" sz="2800" b="0" dirty="0" smtClean="0">
                <a:latin typeface="Roboto" pitchFamily="2" charset="0"/>
                <a:ea typeface="Roboto" pitchFamily="2" charset="0"/>
              </a:rPr>
              <a:t>Idea guy</a:t>
            </a:r>
            <a:endParaRPr lang="en-US" sz="2800" b="0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="" xmlns:a16="http://schemas.microsoft.com/office/drawing/2014/main" id="{5AA7545A-8F9A-46F6-9A3B-E8BBD45951B8}"/>
              </a:ext>
            </a:extLst>
          </p:cNvPr>
          <p:cNvSpPr txBox="1">
            <a:spLocks/>
          </p:cNvSpPr>
          <p:nvPr/>
        </p:nvSpPr>
        <p:spPr>
          <a:xfrm>
            <a:off x="8329169" y="4064350"/>
            <a:ext cx="2347400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da-DK" sz="2800" b="0" dirty="0" smtClean="0">
                <a:latin typeface="Roboto" pitchFamily="2" charset="0"/>
                <a:ea typeface="Roboto" pitchFamily="2" charset="0"/>
              </a:rPr>
              <a:t>Programmer</a:t>
            </a:r>
            <a:endParaRPr lang="en-US" sz="2800" b="0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="" xmlns:a16="http://schemas.microsoft.com/office/drawing/2014/main" id="{5AA7545A-8F9A-46F6-9A3B-E8BBD45951B8}"/>
              </a:ext>
            </a:extLst>
          </p:cNvPr>
          <p:cNvSpPr txBox="1">
            <a:spLocks/>
          </p:cNvSpPr>
          <p:nvPr/>
        </p:nvSpPr>
        <p:spPr>
          <a:xfrm>
            <a:off x="4684090" y="3284202"/>
            <a:ext cx="23474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da-DK" sz="3600" dirty="0">
                <a:solidFill>
                  <a:schemeClr val="accent6">
                    <a:lumMod val="75000"/>
                  </a:schemeClr>
                </a:solidFill>
                <a:latin typeface="Roboto" pitchFamily="2" charset="0"/>
                <a:ea typeface="Roboto" pitchFamily="2" charset="0"/>
              </a:rPr>
              <a:t>Paris</a:t>
            </a:r>
            <a:endParaRPr lang="en-US" sz="3600" dirty="0">
              <a:solidFill>
                <a:schemeClr val="accent6">
                  <a:lumMod val="7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5AA7545A-8F9A-46F6-9A3B-E8BBD45951B8}"/>
              </a:ext>
            </a:extLst>
          </p:cNvPr>
          <p:cNvSpPr txBox="1">
            <a:spLocks/>
          </p:cNvSpPr>
          <p:nvPr/>
        </p:nvSpPr>
        <p:spPr>
          <a:xfrm>
            <a:off x="4684090" y="4008136"/>
            <a:ext cx="2347400" cy="86177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da-DK" sz="2800" b="0" dirty="0" smtClean="0">
                <a:latin typeface="Roboto" pitchFamily="2" charset="0"/>
                <a:ea typeface="Roboto" pitchFamily="2" charset="0"/>
              </a:rPr>
              <a:t>UI/UX Designer</a:t>
            </a:r>
            <a:endParaRPr lang="en-US" sz="2800" b="0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5AA7545A-8F9A-46F6-9A3B-E8BBD45951B8}"/>
              </a:ext>
            </a:extLst>
          </p:cNvPr>
          <p:cNvSpPr txBox="1">
            <a:spLocks/>
          </p:cNvSpPr>
          <p:nvPr/>
        </p:nvSpPr>
        <p:spPr>
          <a:xfrm>
            <a:off x="8329169" y="3314980"/>
            <a:ext cx="23474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da-DK" sz="3600" dirty="0" smtClean="0">
                <a:solidFill>
                  <a:schemeClr val="accent6">
                    <a:lumMod val="75000"/>
                  </a:schemeClr>
                </a:solidFill>
                <a:latin typeface="Roboto" pitchFamily="2" charset="0"/>
                <a:ea typeface="Roboto" pitchFamily="2" charset="0"/>
              </a:rPr>
              <a:t>Destiny</a:t>
            </a:r>
            <a:endParaRPr lang="en-US" sz="3600" dirty="0">
              <a:solidFill>
                <a:schemeClr val="accent6">
                  <a:lumMod val="7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41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9" y="0"/>
            <a:ext cx="10287001" cy="6858000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="" xmlns:a16="http://schemas.microsoft.com/office/drawing/2014/main" id="{1C6459C5-4CE5-46EC-91EC-39F010893C29}"/>
              </a:ext>
            </a:extLst>
          </p:cNvPr>
          <p:cNvSpPr/>
          <p:nvPr/>
        </p:nvSpPr>
        <p:spPr>
          <a:xfrm>
            <a:off x="11179471" y="-744654"/>
            <a:ext cx="3393780" cy="3393776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="" xmlns:a16="http://schemas.microsoft.com/office/drawing/2014/main" id="{80D94C01-3337-47AC-980A-B6BA42E5568B}"/>
              </a:ext>
            </a:extLst>
          </p:cNvPr>
          <p:cNvSpPr/>
          <p:nvPr/>
        </p:nvSpPr>
        <p:spPr>
          <a:xfrm>
            <a:off x="69292" y="0"/>
            <a:ext cx="12163434" cy="6858000"/>
          </a:xfrm>
          <a:custGeom>
            <a:avLst/>
            <a:gdLst>
              <a:gd name="connsiteX0" fmla="*/ 0 w 12163434"/>
              <a:gd name="connsiteY0" fmla="*/ 0 h 6858000"/>
              <a:gd name="connsiteX1" fmla="*/ 8582251 w 12163434"/>
              <a:gd name="connsiteY1" fmla="*/ 0 h 6858000"/>
              <a:gd name="connsiteX2" fmla="*/ 7103887 w 12163434"/>
              <a:gd name="connsiteY2" fmla="*/ 1082389 h 6858000"/>
              <a:gd name="connsiteX3" fmla="*/ 6971863 w 12163434"/>
              <a:gd name="connsiteY3" fmla="*/ 1936175 h 6858000"/>
              <a:gd name="connsiteX4" fmla="*/ 7825649 w 12163434"/>
              <a:gd name="connsiteY4" fmla="*/ 2068198 h 6858000"/>
              <a:gd name="connsiteX5" fmla="*/ 10650467 w 12163434"/>
              <a:gd name="connsiteY5" fmla="*/ 0 h 6858000"/>
              <a:gd name="connsiteX6" fmla="*/ 10766302 w 12163434"/>
              <a:gd name="connsiteY6" fmla="*/ 0 h 6858000"/>
              <a:gd name="connsiteX7" fmla="*/ 6456119 w 12163434"/>
              <a:gd name="connsiteY7" fmla="*/ 3155712 h 6858000"/>
              <a:gd name="connsiteX8" fmla="*/ 6264233 w 12163434"/>
              <a:gd name="connsiteY8" fmla="*/ 4396627 h 6858000"/>
              <a:gd name="connsiteX9" fmla="*/ 7505148 w 12163434"/>
              <a:gd name="connsiteY9" fmla="*/ 4588513 h 6858000"/>
              <a:gd name="connsiteX10" fmla="*/ 12163434 w 12163434"/>
              <a:gd name="connsiteY10" fmla="*/ 1177937 h 6858000"/>
              <a:gd name="connsiteX11" fmla="*/ 12163434 w 12163434"/>
              <a:gd name="connsiteY11" fmla="*/ 1254989 h 6858000"/>
              <a:gd name="connsiteX12" fmla="*/ 8299200 w 12163434"/>
              <a:gd name="connsiteY12" fmla="*/ 4084198 h 6858000"/>
              <a:gd name="connsiteX13" fmla="*/ 8151451 w 12163434"/>
              <a:gd name="connsiteY13" fmla="*/ 5039680 h 6858000"/>
              <a:gd name="connsiteX14" fmla="*/ 8151450 w 12163434"/>
              <a:gd name="connsiteY14" fmla="*/ 5039679 h 6858000"/>
              <a:gd name="connsiteX15" fmla="*/ 9106933 w 12163434"/>
              <a:gd name="connsiteY15" fmla="*/ 5187428 h 6858000"/>
              <a:gd name="connsiteX16" fmla="*/ 12163434 w 12163434"/>
              <a:gd name="connsiteY16" fmla="*/ 2949604 h 6858000"/>
              <a:gd name="connsiteX17" fmla="*/ 12163434 w 12163434"/>
              <a:gd name="connsiteY17" fmla="*/ 3021911 h 6858000"/>
              <a:gd name="connsiteX18" fmla="*/ 10039538 w 12163434"/>
              <a:gd name="connsiteY18" fmla="*/ 4576927 h 6858000"/>
              <a:gd name="connsiteX19" fmla="*/ 9891789 w 12163434"/>
              <a:gd name="connsiteY19" fmla="*/ 5532409 h 6858000"/>
              <a:gd name="connsiteX20" fmla="*/ 9891788 w 12163434"/>
              <a:gd name="connsiteY20" fmla="*/ 5532408 h 6858000"/>
              <a:gd name="connsiteX21" fmla="*/ 10847271 w 12163434"/>
              <a:gd name="connsiteY21" fmla="*/ 5680157 h 6858000"/>
              <a:gd name="connsiteX22" fmla="*/ 12163434 w 12163434"/>
              <a:gd name="connsiteY22" fmla="*/ 4716525 h 6858000"/>
              <a:gd name="connsiteX23" fmla="*/ 12163434 w 12163434"/>
              <a:gd name="connsiteY23" fmla="*/ 6858000 h 6858000"/>
              <a:gd name="connsiteX24" fmla="*/ 0 w 12163434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63434" h="6858000">
                <a:moveTo>
                  <a:pt x="0" y="0"/>
                </a:moveTo>
                <a:lnTo>
                  <a:pt x="8582251" y="0"/>
                </a:lnTo>
                <a:lnTo>
                  <a:pt x="7103887" y="1082389"/>
                </a:lnTo>
                <a:cubicBezTo>
                  <a:pt x="6831663" y="1281698"/>
                  <a:pt x="6772554" y="1663951"/>
                  <a:pt x="6971863" y="1936175"/>
                </a:cubicBezTo>
                <a:cubicBezTo>
                  <a:pt x="7171173" y="2208398"/>
                  <a:pt x="7553425" y="2267507"/>
                  <a:pt x="7825649" y="2068198"/>
                </a:cubicBezTo>
                <a:lnTo>
                  <a:pt x="10650467" y="0"/>
                </a:lnTo>
                <a:lnTo>
                  <a:pt x="10766302" y="0"/>
                </a:lnTo>
                <a:lnTo>
                  <a:pt x="6456119" y="3155712"/>
                </a:lnTo>
                <a:cubicBezTo>
                  <a:pt x="6060462" y="3445394"/>
                  <a:pt x="5974551" y="4000970"/>
                  <a:pt x="6264233" y="4396627"/>
                </a:cubicBezTo>
                <a:cubicBezTo>
                  <a:pt x="6553914" y="4792284"/>
                  <a:pt x="7109490" y="4878195"/>
                  <a:pt x="7505148" y="4588513"/>
                </a:cubicBezTo>
                <a:lnTo>
                  <a:pt x="12163434" y="1177937"/>
                </a:lnTo>
                <a:lnTo>
                  <a:pt x="12163434" y="1254989"/>
                </a:lnTo>
                <a:lnTo>
                  <a:pt x="8299200" y="4084198"/>
                </a:lnTo>
                <a:cubicBezTo>
                  <a:pt x="7994551" y="4307247"/>
                  <a:pt x="7928402" y="4735031"/>
                  <a:pt x="8151451" y="5039680"/>
                </a:cubicBezTo>
                <a:lnTo>
                  <a:pt x="8151450" y="5039679"/>
                </a:lnTo>
                <a:cubicBezTo>
                  <a:pt x="8374500" y="5344328"/>
                  <a:pt x="8802283" y="5410478"/>
                  <a:pt x="9106933" y="5187428"/>
                </a:cubicBezTo>
                <a:lnTo>
                  <a:pt x="12163434" y="2949604"/>
                </a:lnTo>
                <a:lnTo>
                  <a:pt x="12163434" y="3021911"/>
                </a:lnTo>
                <a:lnTo>
                  <a:pt x="10039538" y="4576927"/>
                </a:lnTo>
                <a:cubicBezTo>
                  <a:pt x="9734889" y="4799976"/>
                  <a:pt x="9668739" y="5227760"/>
                  <a:pt x="9891789" y="5532409"/>
                </a:cubicBezTo>
                <a:lnTo>
                  <a:pt x="9891788" y="5532408"/>
                </a:lnTo>
                <a:cubicBezTo>
                  <a:pt x="10114838" y="5837057"/>
                  <a:pt x="10542622" y="5903207"/>
                  <a:pt x="10847271" y="5680157"/>
                </a:cubicBezTo>
                <a:lnTo>
                  <a:pt x="12163434" y="4716525"/>
                </a:lnTo>
                <a:lnTo>
                  <a:pt x="1216343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115799" y="4472907"/>
            <a:ext cx="627656" cy="55570"/>
          </a:xfrm>
          <a:prstGeom prst="rect">
            <a:avLst/>
          </a:prstGeom>
          <a:solidFill>
            <a:srgbClr val="B2DD4C"/>
          </a:solidFill>
        </p:spPr>
      </p:pic>
      <p:sp>
        <p:nvSpPr>
          <p:cNvPr id="93" name="Title 90"/>
          <p:cNvSpPr txBox="1">
            <a:spLocks/>
          </p:cNvSpPr>
          <p:nvPr/>
        </p:nvSpPr>
        <p:spPr>
          <a:xfrm>
            <a:off x="955142" y="3043453"/>
            <a:ext cx="5862752" cy="10919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latin typeface="Roboto" pitchFamily="2" charset="0"/>
                <a:ea typeface="Roboto" pitchFamily="2" charset="0"/>
              </a:rPr>
              <a:t>THANK YOU</a:t>
            </a:r>
            <a:endParaRPr lang="en-IN" b="1" dirty="0"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45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602</Words>
  <Application>Microsoft Office PowerPoint</Application>
  <PresentationFormat>Widescreen</PresentationFormat>
  <Paragraphs>75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Calibri Light</vt:lpstr>
      <vt:lpstr>Montserrat</vt:lpstr>
      <vt:lpstr>Open Sans</vt:lpstr>
      <vt:lpstr>Poppins</vt:lpstr>
      <vt:lpstr>Poppins ExtraBold</vt:lpstr>
      <vt:lpstr>Poppins Medium</vt:lpstr>
      <vt:lpstr>Poppins SemiBold</vt:lpstr>
      <vt:lpstr>Roboto</vt:lpstr>
      <vt:lpstr>Office Theme</vt:lpstr>
      <vt:lpstr>AGRO</vt:lpstr>
      <vt:lpstr>PowerPoint Presentation</vt:lpstr>
      <vt:lpstr>PowerPoint Presentation</vt:lpstr>
      <vt:lpstr>PowerPoint Presentation</vt:lpstr>
      <vt:lpstr>PowerPoint Presentation</vt:lpstr>
      <vt:lpstr>Competitive Advantage: How AGRO-TIME Stands Out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13</cp:revision>
  <dcterms:created xsi:type="dcterms:W3CDTF">2025-01-31T04:33:28Z</dcterms:created>
  <dcterms:modified xsi:type="dcterms:W3CDTF">2025-01-31T07:03:42Z</dcterms:modified>
</cp:coreProperties>
</file>