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7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1" r:id="rId6"/>
    <p:sldId id="262" r:id="rId7"/>
    <p:sldId id="276" r:id="rId8"/>
    <p:sldId id="277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0842" autoAdjust="0"/>
  </p:normalViewPr>
  <p:slideViewPr>
    <p:cSldViewPr snapToGrid="0">
      <p:cViewPr varScale="1">
        <p:scale>
          <a:sx n="49" d="100"/>
          <a:sy n="49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5A70E-9E90-4CC2-8C7B-D1D0F84C315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5385F-3571-47AF-8651-604866625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3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385F-3571-47AF-8651-604866625B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2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7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4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5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7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7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D9C1D7-1219-4506-A3E3-60FDE141C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0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EE95-A111-2ACA-FEF0-04B75167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Research</a:t>
            </a:r>
            <a:br>
              <a:rPr lang="en-US" dirty="0"/>
            </a:br>
            <a:r>
              <a:rPr lang="en-US" dirty="0"/>
              <a:t>CSC 434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A977D-0EB1-BD58-E5E6-5AA05824B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3</a:t>
            </a:r>
          </a:p>
          <a:p>
            <a:r>
              <a:rPr lang="en-US" sz="2800" dirty="0" err="1"/>
              <a:t>Oluwambo</a:t>
            </a:r>
            <a:r>
              <a:rPr lang="en-US" sz="2800" dirty="0"/>
              <a:t> Olowe</a:t>
            </a:r>
          </a:p>
        </p:txBody>
      </p:sp>
    </p:spTree>
    <p:extLst>
      <p:ext uri="{BB962C8B-B14F-4D97-AF65-F5344CB8AC3E}">
        <p14:creationId xmlns:p14="http://schemas.microsoft.com/office/powerpoint/2010/main" val="252239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E57-C6BF-9FC5-78BB-47829D93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28600"/>
            <a:ext cx="9601196" cy="171693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Solution of Linear Programing problem - Standard Form (Maximization type)</a:t>
            </a:r>
            <a:br>
              <a:rPr lang="en-US" sz="5400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ACEF-B7E9-E1FC-C25C-B7D41CB4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186774"/>
            <a:ext cx="11391900" cy="5291847"/>
          </a:xfrm>
        </p:spPr>
        <p:txBody>
          <a:bodyPr>
            <a:normAutofit/>
          </a:bodyPr>
          <a:lstStyle/>
          <a:p>
            <a:r>
              <a:rPr lang="en-US" sz="4000" dirty="0"/>
              <a:t>Example</a:t>
            </a:r>
          </a:p>
          <a:p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A6A-7D5C-DCA3-3A5F-274714EB5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75" y="1896676"/>
            <a:ext cx="8140412" cy="351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9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7564-3F89-73BC-1D0B-9F2F6635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81915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58F32B7-ABFF-C48E-80D2-2D7501D47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430" y="992221"/>
            <a:ext cx="9967281" cy="41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3FA-3756-A435-ACC0-D8D94B93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66700"/>
            <a:ext cx="9720072" cy="76200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713DFA-C9A8-87A6-3E19-2D02E9888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447" y="389111"/>
            <a:ext cx="6465035" cy="2645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CFCE3-5370-2D15-47F7-9950B5FB8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192" y="3157443"/>
            <a:ext cx="9720072" cy="310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3AD5-B19D-EDB1-F667-10E2CBD7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272034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1F730-3BBE-5E32-339C-306DCDA0C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59" y="700389"/>
            <a:ext cx="7322756" cy="300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C3B498-767A-90BC-22BC-D524C7945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530" y="3821746"/>
            <a:ext cx="6278798" cy="249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D69D-1CBE-4A2B-59E7-ACEE0E9B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560"/>
            <a:ext cx="11010900" cy="711200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62E769-EE20-E263-F91F-EFC8F05B3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176" y="525294"/>
            <a:ext cx="9378408" cy="2903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C630A5-3D38-8934-E830-A2596FF09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841" y="3638145"/>
            <a:ext cx="9322177" cy="269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3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00C65C-DE42-5E9E-125F-150E960D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34DD27-936D-EB28-CF7C-286206B89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658" y="583664"/>
            <a:ext cx="5917519" cy="2429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45DABD-63C3-BD33-57D4-DB734F8A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81" y="3117447"/>
            <a:ext cx="9836901" cy="24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FC13-3FD6-AAEE-EA22-A328E347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F30F08-8515-B41E-D47A-72909D802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84" y="797667"/>
            <a:ext cx="10410757" cy="476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6F61-307A-77E8-2C2A-2284F0AC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973-45EE-C7A0-0A57-93C2341E7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800"/>
            <a:ext cx="10915650" cy="6343650"/>
          </a:xfrm>
        </p:spPr>
        <p:txBody>
          <a:bodyPr>
            <a:normAutofit/>
          </a:bodyPr>
          <a:lstStyle/>
          <a:p>
            <a:r>
              <a:rPr lang="en-US" sz="3600" dirty="0"/>
              <a:t> Example 2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C1FA0-BE71-0C6D-0D48-8C67CC7B1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850" y="1031135"/>
            <a:ext cx="8781790" cy="352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052F-C058-C391-8BE2-BBF613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952500"/>
          </a:xfrm>
        </p:spPr>
        <p:txBody>
          <a:bodyPr>
            <a:noAutofit/>
          </a:bodyPr>
          <a:lstStyle/>
          <a:p>
            <a:r>
              <a:rPr lang="en-US" sz="2000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AB1D38-8080-2537-616D-7CC45E9AF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0193" y="1264595"/>
            <a:ext cx="10375184" cy="379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1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8C2-D6CF-D810-248B-DC22FE53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42900"/>
            <a:ext cx="9720072" cy="551180"/>
          </a:xfrm>
        </p:spPr>
        <p:txBody>
          <a:bodyPr>
            <a:noAutofit/>
          </a:bodyPr>
          <a:lstStyle/>
          <a:p>
            <a:r>
              <a:rPr lang="en-US" sz="3200" b="1" dirty="0"/>
              <a:t>,</a:t>
            </a:r>
            <a:endParaRPr lang="en-US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837B5C7-1D8B-595F-40B8-C3722BAEB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008" y="1517514"/>
            <a:ext cx="10220083" cy="307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4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CB95-AAC7-7971-C1AC-50BB0BA4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5919B-75D4-AA01-E777-B5B196F1D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52919"/>
            <a:ext cx="10668519" cy="6056441"/>
          </a:xfrm>
        </p:spPr>
        <p:txBody>
          <a:bodyPr>
            <a:normAutofit/>
          </a:bodyPr>
          <a:lstStyle/>
          <a:p>
            <a:r>
              <a:rPr lang="en-US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5988D-17B0-6506-24DF-74EED95C9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57" y="992221"/>
            <a:ext cx="9407760" cy="45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FB76-DA05-2A6E-3EC6-8BE580D3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0500"/>
            <a:ext cx="9720072" cy="781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dirty="0"/>
              <a:t>Example 2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B05C-754F-B72A-4B8D-BE824CBE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03115"/>
            <a:ext cx="10953750" cy="583578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F1A6E-6594-6DAB-4F16-A25FF78D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010" y="603115"/>
            <a:ext cx="8266461" cy="2979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53E10F-FE7A-24C9-F361-E7548919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899" y="3697623"/>
            <a:ext cx="9465046" cy="255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69F4A99-81DE-A00A-857D-7BB6A3C20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191" y="1147864"/>
            <a:ext cx="9980744" cy="406616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93BF5B2-0279-1600-F784-E23F1A1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20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2C3D-157A-A69C-A538-DA2152A1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EC30-31A4-CC18-DB33-53F37307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243840"/>
            <a:ext cx="11054080" cy="6065520"/>
          </a:xfrm>
        </p:spPr>
        <p:txBody>
          <a:bodyPr/>
          <a:lstStyle/>
          <a:p>
            <a:r>
              <a:rPr lang="en-US" sz="2800" dirty="0"/>
              <a:t> </a:t>
            </a:r>
          </a:p>
          <a:p>
            <a:r>
              <a:rPr lang="en-US" sz="2800" b="1" dirty="0"/>
              <a:t> 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43F86-A5B6-DE2F-2A79-A940D29F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44" y="1443585"/>
            <a:ext cx="10561653" cy="386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F3D-03C2-94DB-6F5A-6E317548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386080"/>
            <a:ext cx="9720072" cy="1544320"/>
          </a:xfrm>
        </p:spPr>
        <p:txBody>
          <a:bodyPr>
            <a:normAutofit/>
          </a:bodyPr>
          <a:lstStyle/>
          <a:p>
            <a:r>
              <a:rPr lang="en-US" sz="4000" b="1" dirty="0"/>
              <a:t>,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0AF829-E512-58B5-8942-670A3DD24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086" y="2645922"/>
            <a:ext cx="9206686" cy="3366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F1F4DA-8E25-34C9-80B4-9B87E6DBD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04" y="561868"/>
            <a:ext cx="8207306" cy="197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4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CB35-9143-2D40-561E-FDA0E776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04B2B-0178-0AE2-9CE3-2FD20F61D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681" y="585216"/>
            <a:ext cx="8875345" cy="4504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B3C465-40DE-1F3C-AEAF-BDF9B571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523" y="5244048"/>
            <a:ext cx="6383698" cy="117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97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93B4-D37A-3705-3E72-9FD77518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70A7B8-09CC-C141-0706-412AF69E0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230" y="559706"/>
            <a:ext cx="10081903" cy="571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EE96-BDE9-D4A9-8EEA-DF3C2710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484827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56F1-2D1A-A095-5057-1F2C321C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408562"/>
            <a:ext cx="10662034" cy="5900798"/>
          </a:xfrm>
        </p:spPr>
        <p:txBody>
          <a:bodyPr>
            <a:normAutofit/>
          </a:bodyPr>
          <a:lstStyle/>
          <a:p>
            <a:r>
              <a:rPr lang="en-US" sz="3200" dirty="0"/>
              <a:t>Example 3</a:t>
            </a:r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3D204-E174-FCBE-76EA-41C14DD6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328" y="1267642"/>
            <a:ext cx="8396237" cy="38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46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73FB-2DDB-623E-1D89-B0621227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608BA3-048E-C48E-E375-3807E1397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799" y="933855"/>
            <a:ext cx="9720071" cy="474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0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467C-F134-1586-99AE-1A39A07A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C0B328-210B-0212-2A09-68008FC9F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039" y="778214"/>
            <a:ext cx="9742480" cy="464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97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3F0E-27E2-F3B1-AA26-E7791A3A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E58C9A-8234-38AE-E7A4-BF9A9B73E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178" y="585216"/>
            <a:ext cx="9512926" cy="53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2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35B2-4ABC-4BAF-23A3-180B08CF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13D8-756C-CF28-EB6C-703A134FC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719" y="585216"/>
            <a:ext cx="9996626" cy="58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6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DB3B-7F6D-E8F3-048A-9B2532DF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011BE-88AC-7E6E-17E3-6AE8A3E5E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850625"/>
            <a:ext cx="9540109" cy="538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09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FFD6-7E08-89DB-B9B2-1DDAE96A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DBDE8D-1701-68B3-FCB3-55FC541DC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949" y="875489"/>
            <a:ext cx="9415745" cy="482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89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7E77-F89D-5DFF-5AEB-5CF47323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EEDCFA-BFA1-1CE8-482B-FC939E82D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404" y="585216"/>
            <a:ext cx="9571489" cy="501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5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75B4-50FA-6DD8-60E8-028CFC6B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82E994-CEB5-6DE0-54F8-D3CEA4BCD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504948"/>
            <a:ext cx="9092638" cy="556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63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DC05-4C40-ABA7-2687-E6360DE8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2E337E-3288-86C5-3537-FD255B2E7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870" y="585216"/>
            <a:ext cx="9342830" cy="53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81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86DF-0639-ABAA-FDF0-9238E7E1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AC22E-DACC-47C2-D132-DB22A71ED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613" y="440311"/>
            <a:ext cx="8696527" cy="607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61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C815-096D-00AC-F0E3-20CE6EA5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5A64B-89CE-87B2-5CCE-16FFEA4E9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002" y="1031131"/>
            <a:ext cx="9105692" cy="46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69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291</TotalTime>
  <Words>64</Words>
  <Application>Microsoft Office PowerPoint</Application>
  <PresentationFormat>Widescreen</PresentationFormat>
  <Paragraphs>39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Tw Cen MT</vt:lpstr>
      <vt:lpstr>Tw Cen MT Condensed</vt:lpstr>
      <vt:lpstr>Wingdings 3</vt:lpstr>
      <vt:lpstr>Integral</vt:lpstr>
      <vt:lpstr>Operations Research CSC 434</vt:lpstr>
      <vt:lpstr>Solution of Linear Programing problem - Standard Form (Maximization type)  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 Example 2 </vt:lpstr>
      <vt:lpstr>.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Olu OLOWE</dc:creator>
  <cp:lastModifiedBy>T Olu OLOWE</cp:lastModifiedBy>
  <cp:revision>3</cp:revision>
  <dcterms:created xsi:type="dcterms:W3CDTF">2025-10-21T06:06:50Z</dcterms:created>
  <dcterms:modified xsi:type="dcterms:W3CDTF">2025-11-11T10:26:19Z</dcterms:modified>
</cp:coreProperties>
</file>