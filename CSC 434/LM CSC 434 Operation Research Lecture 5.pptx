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7" r:id="rId1"/>
  </p:sldMasterIdLst>
  <p:notesMasterIdLst>
    <p:notesMasterId r:id="rId55"/>
  </p:notesMasterIdLst>
  <p:sldIdLst>
    <p:sldId id="256" r:id="rId2"/>
    <p:sldId id="257" r:id="rId3"/>
    <p:sldId id="259" r:id="rId4"/>
    <p:sldId id="260" r:id="rId5"/>
    <p:sldId id="261" r:id="rId6"/>
    <p:sldId id="262" r:id="rId7"/>
    <p:sldId id="276" r:id="rId8"/>
    <p:sldId id="277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0842" autoAdjust="0"/>
  </p:normalViewPr>
  <p:slideViewPr>
    <p:cSldViewPr snapToGrid="0">
      <p:cViewPr varScale="1">
        <p:scale>
          <a:sx n="49" d="100"/>
          <a:sy n="49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5A70E-9E90-4CC2-8C7B-D1D0F84C315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5385F-3571-47AF-8651-604866625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3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385F-3571-47AF-8651-604866625B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1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385F-3571-47AF-8651-604866625B0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9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D9C1D7-1219-4506-A3E3-60FDE141C30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2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7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4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5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7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7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D9C1D7-1219-4506-A3E3-60FDE141C30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0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EE95-A111-2ACA-FEF0-04B75167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Research</a:t>
            </a:r>
            <a:br>
              <a:rPr lang="en-US" dirty="0"/>
            </a:br>
            <a:r>
              <a:rPr lang="en-US" dirty="0"/>
              <a:t>CSC 434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A977D-0EB1-BD58-E5E6-5AA05824B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5</a:t>
            </a:r>
          </a:p>
          <a:p>
            <a:r>
              <a:rPr lang="en-US" sz="2800" dirty="0" err="1"/>
              <a:t>Oluwambo</a:t>
            </a:r>
            <a:r>
              <a:rPr lang="en-US" sz="2800" dirty="0"/>
              <a:t> Olowe</a:t>
            </a:r>
          </a:p>
        </p:txBody>
      </p:sp>
    </p:spTree>
    <p:extLst>
      <p:ext uri="{BB962C8B-B14F-4D97-AF65-F5344CB8AC3E}">
        <p14:creationId xmlns:p14="http://schemas.microsoft.com/office/powerpoint/2010/main" val="252239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E57-C6BF-9FC5-78BB-47829D93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28600"/>
            <a:ext cx="9601196" cy="841443"/>
          </a:xfrm>
        </p:spPr>
        <p:txBody>
          <a:bodyPr>
            <a:normAutofit fontScale="90000"/>
          </a:bodyPr>
          <a:lstStyle/>
          <a:p>
            <a:br>
              <a:rPr lang="en-US" sz="5400" b="1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9A9CCA-BCFC-AAAF-2E42-BA6ABACE4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141" y="1070043"/>
            <a:ext cx="9971456" cy="5367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6D388-8A1C-F841-EEBD-F947BE1BB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005" y="228601"/>
            <a:ext cx="6147880" cy="6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9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7564-3F89-73BC-1D0B-9F2F6635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81915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504FB8-FBB7-8B36-CC13-5F501EB67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270" y="3369007"/>
            <a:ext cx="10679462" cy="32458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BD078B-4406-4459-87BF-5D287FFA6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69" y="819147"/>
            <a:ext cx="9720072" cy="261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3FA-3756-A435-ACC0-D8D94B93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66700"/>
            <a:ext cx="9720072" cy="76200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CB3EB-D1EE-CD39-9DE4-39796DB0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05839"/>
            <a:ext cx="10143744" cy="608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3AD5-B19D-EDB1-F667-10E2CBD7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272034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4C6AF-6AC4-3705-0857-E1C05F7E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34" y="585216"/>
            <a:ext cx="10642060" cy="589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D69D-1CBE-4A2B-59E7-ACEE0E9B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560"/>
            <a:ext cx="11010900" cy="711200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B48E1-350A-0C2E-67EF-8017A0E2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94" y="149911"/>
            <a:ext cx="9280187" cy="653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3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00C65C-DE42-5E9E-125F-150E960D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CA9A0E-72F0-C42F-EBA4-A5EA1EFD6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11" y="169077"/>
            <a:ext cx="8482519" cy="65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FC13-3FD6-AAEE-EA22-A328E347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E854E-F6D2-EFB9-6A99-E145A3EC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EF12F-65CD-3ADB-24F4-312AA8B1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42" y="350196"/>
            <a:ext cx="7286357" cy="291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6F61-307A-77E8-2C2A-2284F0AC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973-45EE-C7A0-0A57-93C2341E7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800"/>
            <a:ext cx="10915650" cy="6343650"/>
          </a:xfrm>
        </p:spPr>
        <p:txBody>
          <a:bodyPr>
            <a:norm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15ADA-23B4-C46D-7BD5-35FCF534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15" y="1031779"/>
            <a:ext cx="9720071" cy="484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052F-C058-C391-8BE2-BBF613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952500"/>
          </a:xfrm>
        </p:spPr>
        <p:txBody>
          <a:bodyPr>
            <a:noAutofit/>
          </a:bodyPr>
          <a:lstStyle/>
          <a:p>
            <a:r>
              <a:rPr lang="en-US" sz="2000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EE778-B609-C887-E3CD-D0332317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B5E99-0714-8E63-421B-026BFCB2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8" y="94040"/>
            <a:ext cx="9296401" cy="660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1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8C2-D6CF-D810-248B-DC22FE53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42900"/>
            <a:ext cx="9720072" cy="551180"/>
          </a:xfrm>
        </p:spPr>
        <p:txBody>
          <a:bodyPr>
            <a:noAutofit/>
          </a:bodyPr>
          <a:lstStyle/>
          <a:p>
            <a:r>
              <a:rPr lang="en-US" sz="3200" b="1" dirty="0"/>
              <a:t>,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F50F5-7009-94C8-C5B2-F72DDBD7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F877F-4FDB-0018-E409-347635FF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06" y="548639"/>
            <a:ext cx="10677255" cy="57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4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CB95-AAC7-7971-C1AC-50BB0BA4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5919B-75D4-AA01-E777-B5B196F1D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52919"/>
            <a:ext cx="10668519" cy="6056441"/>
          </a:xfrm>
        </p:spPr>
        <p:txBody>
          <a:bodyPr>
            <a:normAutofit/>
          </a:bodyPr>
          <a:lstStyle/>
          <a:p>
            <a:r>
              <a:rPr lang="en-US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A047F-1B89-8BAC-6412-FEA89B12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27" y="585216"/>
            <a:ext cx="11095745" cy="56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FB76-DA05-2A6E-3EC6-8BE580D3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0500"/>
            <a:ext cx="9720072" cy="781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,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B05C-754F-B72A-4B8D-BE824CBE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03115"/>
            <a:ext cx="10953750" cy="5835785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8B889-E945-CAE4-1DA5-B6CBEF8C3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-37602"/>
            <a:ext cx="8844064" cy="659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3BF5B2-0279-1600-F784-E23F1A1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6D15E-4317-69E1-EE49-40F62D06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AF402-12D4-3A01-4291-2511645A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30" y="201325"/>
            <a:ext cx="7782127" cy="63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0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2C3D-157A-A69C-A538-DA2152A1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EC30-31A4-CC18-DB33-53F37307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243840"/>
            <a:ext cx="11054080" cy="6065520"/>
          </a:xfrm>
        </p:spPr>
        <p:txBody>
          <a:bodyPr/>
          <a:lstStyle/>
          <a:p>
            <a:r>
              <a:rPr lang="en-US" sz="2800" dirty="0"/>
              <a:t> </a:t>
            </a:r>
          </a:p>
          <a:p>
            <a:r>
              <a:rPr lang="en-US" sz="2800" b="1" dirty="0"/>
              <a:t> 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6A79B-7BEB-950F-5719-20D4C8E4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82" y="585216"/>
            <a:ext cx="9667490" cy="59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F3D-03C2-94DB-6F5A-6E317548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386080"/>
            <a:ext cx="9720072" cy="154432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F9D66-9B0D-301B-F5D4-E9325BDC7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581" y="1158241"/>
            <a:ext cx="9890103" cy="411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4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8CC6-DA21-6114-B919-357493EF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98D0-FFE2-F093-1F5D-42FC3276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6CECC-76DF-93A5-CEAF-706F431CC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079EC-FD4A-E191-2E36-E40F582CB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13" y="1011677"/>
            <a:ext cx="10757373" cy="46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73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6AF1-5331-B062-B00F-3FBEF943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04646-8A90-2644-4071-5823018D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CF918-14A7-B152-9D30-E4D72A37D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486BA-1E24-E4FB-CD2B-783C323A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70" y="466927"/>
            <a:ext cx="7404959" cy="2950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E20E6-98B7-1B31-5BD2-3D13DD58A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762" y="4331192"/>
            <a:ext cx="7892350" cy="134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21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C1B9-556B-CF39-4707-5E2C8696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7F08-B126-DA74-EE7E-B9999FA8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1F981-D7F9-CCA0-D26A-6FA62D24D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9671B-688D-CDCF-1E98-038F6712B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7" y="544748"/>
            <a:ext cx="9720071" cy="294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FA3B9F-510B-5BEC-A8DB-4D7537267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286" y="4400695"/>
            <a:ext cx="6459637" cy="133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5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AF0D-7D17-5C85-FD5B-019D76FD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6F44-E2F4-8CDC-BEC4-17DC89ED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F15A-8000-3812-530B-3FDAF495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07AC2-7B42-FD66-8D73-0A965EA7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2" y="389107"/>
            <a:ext cx="8927745" cy="2466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793EC-4B10-8FE5-1E90-01D5D5143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12" y="3161731"/>
            <a:ext cx="7146746" cy="3193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E28BB0-30D1-E3AF-DA4B-1F487D530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910" y="4675014"/>
            <a:ext cx="3487379" cy="85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5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75CE-6A99-2696-667D-68EF578D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0D9B-7BE4-489B-98F6-D00EDC73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723A1-683E-8F47-9FBD-C6D393CD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249B0-99B4-C74C-289F-1F2B47BE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56" y="97276"/>
            <a:ext cx="10792557" cy="3346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8A8D47-9243-682A-4F85-BD2C55AD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099004"/>
            <a:ext cx="9781228" cy="36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58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023A-1F62-43A0-7098-0B2597B9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52C1-19C8-92D3-6D7C-8CB392E1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A6759-9DB4-9100-03F5-CAB2DB397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9CEA0-BA22-48C3-5D7A-6166B2A5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9" y="622572"/>
            <a:ext cx="6643201" cy="864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7E0CD7-FD9A-58B8-F121-0DE7CE93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307" y="1773547"/>
            <a:ext cx="6802148" cy="2448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23A85F-C638-4214-BD01-DCD3D3077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613" y="4479459"/>
            <a:ext cx="8457187" cy="203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11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6DE2-BB7F-14DE-964F-82383546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E1F6-4C6D-2036-6DB7-E9521331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F8868-955C-044A-74C1-EDE0E7E8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08BB1-29D5-763A-FCE2-7FD4ABCF3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24" y="466927"/>
            <a:ext cx="8721936" cy="488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8E55C-1F68-6CEC-D128-E5CCC6FB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004" y="1321251"/>
            <a:ext cx="8351196" cy="475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46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DFD1-ABFC-5572-9CCC-3F08B750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73A7-F681-F792-C8AE-F3BF783E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15D1-F635-CEE1-27B8-A70BE5DEF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BB126-699A-DA10-8C28-C57ABA0DE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3" y="579605"/>
            <a:ext cx="6141835" cy="1949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0E9C9B-A47D-7386-F84E-BDB518BD7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36" y="2813813"/>
            <a:ext cx="8702269" cy="247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42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CFA6-A167-250F-11C2-1450D51E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6447-CDE0-C2A1-FFCD-7066F521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B1981-7789-FA1B-181E-2A948E4A9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7E0A98-FA07-C8C0-1A15-29A01D38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29" y="505842"/>
            <a:ext cx="8791849" cy="351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766F0F-6C3C-4BA9-9E26-C8F2C00C2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2" y="3927933"/>
            <a:ext cx="7959305" cy="24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76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A803-6AB5-0DB3-E1C6-66EB9D04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2A4A-EC3D-6615-F4AE-474DF927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79AAA-4030-9682-03C5-5717E23B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3050E7-F829-5C3B-C0EB-4968D4185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79" y="400955"/>
            <a:ext cx="8435625" cy="24784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6C0288-A252-BC9C-151B-E51BB080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93" y="3154080"/>
            <a:ext cx="10108153" cy="272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2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14A9-A4D0-AFC1-947E-7B35E3F5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DC3B-9D75-E5C5-7C35-826528D5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B5C8B-F9B1-D97F-E95B-F8EE62C4D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0EF79-BB79-EA8E-4A40-EAFA5C298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55" y="252753"/>
            <a:ext cx="2572107" cy="13425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4D4CF0-29B6-52EB-14D8-E40DD603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404" y="2080958"/>
            <a:ext cx="4798651" cy="23197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0BED04-EBC1-9666-B549-EBF765A48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707" y="4798592"/>
            <a:ext cx="4798651" cy="156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71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EC74-92C0-1F21-4D4D-035D3AE1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0D4F-BFBE-39A7-2F3A-E89BB5B3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B54CC-AB14-2922-F350-7652A74B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5F352-EE12-BE04-ACD1-E7EBD8EE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07" y="622570"/>
            <a:ext cx="6899772" cy="2554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66E3AC-C6A7-1285-F4FA-BE522005C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810" y="3446244"/>
            <a:ext cx="8865720" cy="1858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C456E-539C-61B5-C0D5-41ED3ADDF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839" y="5304359"/>
            <a:ext cx="7171084" cy="116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39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C1D7-21B4-698C-289B-635E2D91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F700-66DC-327B-0385-2546B8B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EEE37-01BE-C443-6D0F-AC9AD370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F6B10-3EFE-640F-1204-6BFBE5316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9" y="585216"/>
            <a:ext cx="10318322" cy="564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17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48D5-C21A-723C-7EAD-6C25A181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7188-D8BF-37F0-5131-6362DB5A9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E199B-EDBB-2D1D-EBDD-E8651CC31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63947-C5F4-AEFB-8250-CD6585F8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92597"/>
            <a:ext cx="8591145" cy="598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CE491-64F9-DE91-964E-A5700AF33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2218-B164-9A2D-4EED-66A42853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E0C90-B726-FC73-8252-4DF61293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F1A2B-DC82-83E4-E065-138BDB014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71" y="547942"/>
            <a:ext cx="7528842" cy="2642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15092A-80CD-A71D-5AB9-EC155C743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37" y="3095578"/>
            <a:ext cx="1810003" cy="1048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AA002-0870-885C-3592-DB671174A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698" y="3045598"/>
            <a:ext cx="4404315" cy="1943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748EEC-39FF-24DA-2755-D15A8194D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998" y="5298791"/>
            <a:ext cx="4291214" cy="97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7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E531-9F80-DF95-1938-14FFFAF5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8569-13B8-97E5-3990-98718032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151EB-F67C-0BEF-C127-FFCE93E97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72DE8-C3B8-47BB-08DB-DFB34AE4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23" y="972767"/>
            <a:ext cx="9563138" cy="443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5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0FFD-06DE-86BB-12AD-8EB84348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1D2F-5560-CC7F-B968-A4676E29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58E7E-E58D-DC82-09FE-76D8ADF20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E110F-15D0-E417-E4FB-81E2A632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33" y="194556"/>
            <a:ext cx="6108919" cy="4876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30FB45-3628-BFD5-75C4-22BFE7018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921" y="5461864"/>
            <a:ext cx="5418030" cy="108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62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64CB-AB5F-29BB-6D57-8C4F5540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D45F-1258-86BE-A7E4-135CD053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C738D-653B-6B85-E43C-ED550E16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76B61-7AA5-DAB0-2D6A-DEFBDB2D2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41" y="535529"/>
            <a:ext cx="4970709" cy="1775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486C8-90FB-8A00-10B9-3BB27265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613" y="2457314"/>
            <a:ext cx="10012194" cy="351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65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9B1C-14E0-BC57-2C47-6D4F9B58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2612-3C31-7DC8-F916-9795A5B0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5EC1F-E032-F1E3-6298-9F578E82E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453C6-801A-2B37-7287-0E0ED293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14" y="119844"/>
            <a:ext cx="8839893" cy="1887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5662B-F15C-4599-D9E0-94DA6819F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417" y="2038155"/>
            <a:ext cx="7690761" cy="444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17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5CCB-8B5E-83D2-C322-FF35612C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0B38-38B1-24C8-AB38-C1456E8A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31B38-C992-7964-F616-4FFBF571F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03C7A-91B8-DCED-94A8-F7FB6BB1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78" y="353392"/>
            <a:ext cx="6691463" cy="2389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86DF8-3CBF-449A-72E3-FA06888C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07" y="3328512"/>
            <a:ext cx="7934891" cy="317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64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DB83-B1D0-CB47-48D3-2E8D8BF7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FC733-035C-9BFA-58E7-D410C1B7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6182A-D27A-C74D-D52C-73E05B0E7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2B3A2-4075-72E4-DBA0-3970BF9F3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7" y="447473"/>
            <a:ext cx="5417375" cy="2778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EEA4B-55D2-106A-CCDB-5F2F3FB3C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335" y="3373187"/>
            <a:ext cx="8649960" cy="236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37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7738-1E8F-1796-A3EA-53C50503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7926-A46D-996E-2BDB-21AD576F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C26F2-3EED-BA4F-DEBB-EF48CEAB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1E387-714A-D088-E0CB-B8E5E605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74" y="544748"/>
            <a:ext cx="6070236" cy="2414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AA31B-A711-945D-2AF9-F79B31209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390" y="3401766"/>
            <a:ext cx="7915482" cy="15380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F9FE4A-47EF-4712-BA01-681765AEAEF8}"/>
                  </a:ext>
                </a:extLst>
              </p:cNvPr>
              <p:cNvSpPr txBox="1"/>
              <p:nvPr/>
            </p:nvSpPr>
            <p:spPr>
              <a:xfrm>
                <a:off x="1936615" y="5795051"/>
                <a:ext cx="83187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STEP 8: MAKE ALL OTHER VALUES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COLUMN ZERO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F9FE4A-47EF-4712-BA01-681765AEA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615" y="5795051"/>
                <a:ext cx="8318770" cy="461665"/>
              </a:xfrm>
              <a:prstGeom prst="rect">
                <a:avLst/>
              </a:prstGeom>
              <a:blipFill>
                <a:blip r:embed="rId4"/>
                <a:stretch>
                  <a:fillRect l="-1173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876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7676-3E56-1C5A-AF5B-B4EB91DA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9A15-005C-64F8-B8E3-0BE88EA6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6D726-7EFD-5011-3A3E-45DF2455C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1C7E8-183D-7359-BEF1-AB3FA098A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90" y="434749"/>
            <a:ext cx="7890977" cy="3650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AA472-F595-6677-1258-34317770E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64" y="4286786"/>
            <a:ext cx="7667109" cy="222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99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B5ED-6F9E-DE48-9561-0044A619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CB99-E7C1-0B53-2BA1-528E5F1B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9B561-752D-8CE2-C5A3-B5C11050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5C895-E9E6-1B90-31E4-9DFEA71D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77" y="551429"/>
            <a:ext cx="10006073" cy="2340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383062-F342-1882-6272-CC96D1BF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3" y="3042044"/>
            <a:ext cx="5894705" cy="1864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8C981E-95C5-DF98-21E0-52316E3A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681" y="4518440"/>
            <a:ext cx="7311248" cy="18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73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9490-8DFD-6EEC-C393-CB2249E7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01DC-039D-B83C-9102-CB05EFBBD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BD71F-AB02-5F65-2082-57F76658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DD181-6F8F-A6DD-C6B4-816AF23CD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41" y="577396"/>
            <a:ext cx="9273615" cy="4069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7A3FB-11CC-FAF3-B304-564992655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471" y="5495360"/>
            <a:ext cx="400105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80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2D75-8011-C736-1D37-DAD7D55E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096B-3C95-3D52-2C80-A07D6DA0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7096E-E524-BFB6-0912-5FDABBF8D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7948D-9A01-6259-3E7B-AA5FC4440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96" y="567663"/>
            <a:ext cx="7000678" cy="1922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5D221-858E-A323-6DE6-F8A83C377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69" y="2653607"/>
            <a:ext cx="7000678" cy="398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52DEF5-03C0-3C16-AA39-17C9EC4A2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717" y="3052018"/>
            <a:ext cx="5783120" cy="36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29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EDB5-F0C6-651B-F733-2FBF2392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99AC-D2C6-BBDF-FB8F-48B7BB0E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B62E6-906D-A06D-D1DD-BE1515B0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28E88-2EEC-C745-DADA-174B2509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51" y="389106"/>
            <a:ext cx="10811893" cy="3677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36CEF-E75D-5A29-75E5-FE97ECFC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14" y="4323608"/>
            <a:ext cx="4450878" cy="71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82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CB35-9143-2D40-561E-FDA0E776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FACD4-0B45-4F83-CE2E-8FA5CBFC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86" y="523898"/>
            <a:ext cx="7720571" cy="542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08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93B4-D37A-3705-3E72-9FD77518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B2CD-F76C-E77B-EDF7-C2C90566F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C5BA3-C87A-6495-6EC4-A95388B2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5" y="953668"/>
            <a:ext cx="11509815" cy="55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EE96-BDE9-D4A9-8EEA-DF3C2710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484827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56F1-2D1A-A095-5057-1F2C321C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408562"/>
            <a:ext cx="10662034" cy="5900798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90112-955E-22A1-9331-E9524CAEB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860" y="875489"/>
            <a:ext cx="8140256" cy="896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468EF4-812F-5684-0E5A-E9A1B87A8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39" y="2102491"/>
            <a:ext cx="11686162" cy="388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22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73FB-2DDB-623E-1D89-B0621227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360ED-94D8-2CC8-129D-99E6CA55B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F208B-97BC-C2C3-F685-005043A6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19" y="1147865"/>
            <a:ext cx="9153683" cy="43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305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467C-F134-1586-99AE-1A39A07A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EEEEE4-3C48-B646-9BE9-81723D627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173" y="817123"/>
            <a:ext cx="9720072" cy="4226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DE0EFB-8247-C647-422F-AF0D0E10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09" y="5440880"/>
            <a:ext cx="3188494" cy="427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AF917E-A194-BD04-C477-B169CF4C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525" y="5605649"/>
            <a:ext cx="2611364" cy="4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117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3F0E-27E2-F3B1-AA26-E7791A3A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C5D2B-D9A6-2ED2-6A07-8ECD5EA2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D84B7-7ECC-CF6C-4A22-16C57B9A5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20" y="585216"/>
            <a:ext cx="7500836" cy="3298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80BFF-E87E-6785-C571-F78006970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208" y="4252703"/>
            <a:ext cx="5170898" cy="230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185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97FC-75E3-4FD5-8912-7A3CD82D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F0A3-D166-D93E-97AB-53A428CA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95577A-3421-7CEF-A1A9-976CF80E4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473" y="1536970"/>
            <a:ext cx="11070076" cy="397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85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400E-29CA-9F9C-D472-14F725B2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F5AF-6F21-4A50-10B8-2CC85C93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466C1-B836-FFAF-0CEF-B6FFCC23A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CF4BE-7E5D-02A3-6FB2-ECA04588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9" y="194553"/>
            <a:ext cx="5318305" cy="1837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0DAECB-1DDF-A92D-A36E-103CABA7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2071566"/>
            <a:ext cx="10143744" cy="46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06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F2F6-7938-695A-A880-A2E6E768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37F8-C733-D7F0-9D8A-246E904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ADEA8B-17DD-E8C9-94D9-147D0B06B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6532" y="1592650"/>
            <a:ext cx="6015619" cy="1262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957D0-1C7E-D848-D2E8-C8EBDCBC1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5" y="454416"/>
            <a:ext cx="3022300" cy="1007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4590DF-0933-8D56-E665-8A8B58CD7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3" y="3230833"/>
            <a:ext cx="9144000" cy="316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1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C272-44A4-DA4F-B46F-C82ADCA4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914F-F72F-36F8-3FD7-55C08280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EE8AD-3751-DCA7-5CA2-628456591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944A7-679F-3691-871A-6F42DB96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" y="558066"/>
            <a:ext cx="5869543" cy="1031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445786-8960-5214-0132-E10C36BD5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583" y="2003899"/>
            <a:ext cx="8234433" cy="1031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F6658E-7DFD-F64D-1A0C-4DCAFD64C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601" y="3530371"/>
            <a:ext cx="7528265" cy="12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47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2633</TotalTime>
  <Words>115</Words>
  <Application>Microsoft Office PowerPoint</Application>
  <PresentationFormat>Widescreen</PresentationFormat>
  <Paragraphs>96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Calibri</vt:lpstr>
      <vt:lpstr>Cambria Math</vt:lpstr>
      <vt:lpstr>Tw Cen MT</vt:lpstr>
      <vt:lpstr>Tw Cen MT Condensed</vt:lpstr>
      <vt:lpstr>Wingdings 3</vt:lpstr>
      <vt:lpstr>Integral</vt:lpstr>
      <vt:lpstr>Operations Research CSC 434</vt:lpstr>
      <vt:lpstr>  </vt:lpstr>
      <vt:lpstr>PowerPoint Presentation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 </vt:lpstr>
      <vt:lpstr>.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Olu OLOWE</dc:creator>
  <cp:lastModifiedBy>T Olu OLOWE</cp:lastModifiedBy>
  <cp:revision>6</cp:revision>
  <dcterms:created xsi:type="dcterms:W3CDTF">2025-10-21T06:06:50Z</dcterms:created>
  <dcterms:modified xsi:type="dcterms:W3CDTF">2026-01-09T13:10:03Z</dcterms:modified>
</cp:coreProperties>
</file>